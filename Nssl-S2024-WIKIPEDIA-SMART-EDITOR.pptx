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75" r:id="rId2"/>
    <p:sldId id="443" r:id="rId3"/>
    <p:sldId id="384" r:id="rId4"/>
    <p:sldId id="434" r:id="rId5"/>
    <p:sldId id="407" r:id="rId6"/>
    <p:sldId id="435" r:id="rId7"/>
    <p:sldId id="436" r:id="rId8"/>
    <p:sldId id="437" r:id="rId9"/>
    <p:sldId id="438" r:id="rId10"/>
    <p:sldId id="439" r:id="rId11"/>
    <p:sldId id="409" r:id="rId12"/>
    <p:sldId id="410" r:id="rId13"/>
    <p:sldId id="411" r:id="rId14"/>
    <p:sldId id="412" r:id="rId15"/>
    <p:sldId id="413" r:id="rId16"/>
    <p:sldId id="414" r:id="rId17"/>
    <p:sldId id="303" r:id="rId18"/>
    <p:sldId id="420" r:id="rId19"/>
    <p:sldId id="421" r:id="rId20"/>
    <p:sldId id="422" r:id="rId21"/>
    <p:sldId id="423" r:id="rId22"/>
    <p:sldId id="424" r:id="rId23"/>
    <p:sldId id="458" r:id="rId24"/>
    <p:sldId id="446" r:id="rId25"/>
    <p:sldId id="419" r:id="rId26"/>
    <p:sldId id="440" r:id="rId27"/>
    <p:sldId id="441" r:id="rId28"/>
    <p:sldId id="448" r:id="rId29"/>
    <p:sldId id="415" r:id="rId30"/>
    <p:sldId id="416" r:id="rId31"/>
    <p:sldId id="417" r:id="rId32"/>
    <p:sldId id="418" r:id="rId33"/>
    <p:sldId id="447" r:id="rId34"/>
    <p:sldId id="467" r:id="rId35"/>
    <p:sldId id="425" r:id="rId36"/>
    <p:sldId id="426" r:id="rId37"/>
    <p:sldId id="445" r:id="rId38"/>
    <p:sldId id="428" r:id="rId39"/>
    <p:sldId id="461" r:id="rId40"/>
    <p:sldId id="462" r:id="rId41"/>
    <p:sldId id="429" r:id="rId42"/>
    <p:sldId id="431" r:id="rId43"/>
    <p:sldId id="468" r:id="rId44"/>
    <p:sldId id="463" r:id="rId45"/>
    <p:sldId id="455" r:id="rId46"/>
    <p:sldId id="450" r:id="rId47"/>
    <p:sldId id="433" r:id="rId48"/>
    <p:sldId id="456" r:id="rId49"/>
    <p:sldId id="466" r:id="rId50"/>
    <p:sldId id="46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8000"/>
    <a:srgbClr val="339933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266A4-308B-41F3-809A-8DC332A6B189}" v="419" dt="2025-02-09T15:18:26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9" autoAdjust="0"/>
    <p:restoredTop sz="80935" autoAdjust="0"/>
  </p:normalViewPr>
  <p:slideViewPr>
    <p:cSldViewPr snapToGrid="0" snapToObjects="1">
      <p:cViewPr varScale="1">
        <p:scale>
          <a:sx n="90" d="100"/>
          <a:sy n="90" d="100"/>
        </p:scale>
        <p:origin x="1158" y="90"/>
      </p:cViewPr>
      <p:guideLst/>
    </p:cSldViewPr>
  </p:slideViewPr>
  <p:outlineViewPr>
    <p:cViewPr>
      <p:scale>
        <a:sx n="33" d="100"/>
        <a:sy n="33" d="100"/>
      </p:scale>
      <p:origin x="0" y="-44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6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 Tayar" userId="1e15f6ca-cc0d-4d95-81c3-357e27a35b18" providerId="ADAL" clId="{61B266A4-308B-41F3-809A-8DC332A6B189}"/>
    <pc:docChg chg="undo custSel addSld delSld modSld sldOrd">
      <pc:chgData name="Shai Tayar" userId="1e15f6ca-cc0d-4d95-81c3-357e27a35b18" providerId="ADAL" clId="{61B266A4-308B-41F3-809A-8DC332A6B189}" dt="2025-02-09T16:01:00.646" v="19771" actId="729"/>
      <pc:docMkLst>
        <pc:docMk/>
      </pc:docMkLst>
      <pc:sldChg chg="addSp delSp modSp mod modClrScheme chgLayout">
        <pc:chgData name="Shai Tayar" userId="1e15f6ca-cc0d-4d95-81c3-357e27a35b18" providerId="ADAL" clId="{61B266A4-308B-41F3-809A-8DC332A6B189}" dt="2025-01-29T20:49:28.875" v="2790"/>
        <pc:sldMkLst>
          <pc:docMk/>
          <pc:sldMk cId="3480697386" sldId="303"/>
        </pc:sldMkLst>
        <pc:spChg chg="mod ord">
          <ac:chgData name="Shai Tayar" userId="1e15f6ca-cc0d-4d95-81c3-357e27a35b18" providerId="ADAL" clId="{61B266A4-308B-41F3-809A-8DC332A6B189}" dt="2025-01-28T08:37:05.657" v="338" actId="26606"/>
          <ac:spMkLst>
            <pc:docMk/>
            <pc:sldMk cId="3480697386" sldId="303"/>
            <ac:spMk id="2" creationId="{5F4F5ECE-2D45-764D-A434-EA4997A38F9E}"/>
          </ac:spMkLst>
        </pc:spChg>
        <pc:spChg chg="add del">
          <ac:chgData name="Shai Tayar" userId="1e15f6ca-cc0d-4d95-81c3-357e27a35b18" providerId="ADAL" clId="{61B266A4-308B-41F3-809A-8DC332A6B189}" dt="2025-01-28T08:37:05.657" v="338" actId="26606"/>
          <ac:spMkLst>
            <pc:docMk/>
            <pc:sldMk cId="3480697386" sldId="303"/>
            <ac:spMk id="3" creationId="{96018F6A-34AE-124E-868D-D500FE5002BF}"/>
          </ac:spMkLst>
        </pc:spChg>
        <pc:picChg chg="add mod">
          <ac:chgData name="Shai Tayar" userId="1e15f6ca-cc0d-4d95-81c3-357e27a35b18" providerId="ADAL" clId="{61B266A4-308B-41F3-809A-8DC332A6B189}" dt="2025-01-29T20:49:28.875" v="2790"/>
          <ac:picMkLst>
            <pc:docMk/>
            <pc:sldMk cId="3480697386" sldId="303"/>
            <ac:picMk id="2056" creationId="{6C71DFE5-88CF-ABBB-E626-A3BF62D07098}"/>
          </ac:picMkLst>
        </pc:picChg>
      </pc:sldChg>
      <pc:sldChg chg="del">
        <pc:chgData name="Shai Tayar" userId="1e15f6ca-cc0d-4d95-81c3-357e27a35b18" providerId="ADAL" clId="{61B266A4-308B-41F3-809A-8DC332A6B189}" dt="2025-01-28T09:37:03.353" v="1232" actId="47"/>
        <pc:sldMkLst>
          <pc:docMk/>
          <pc:sldMk cId="1098878064" sldId="304"/>
        </pc:sldMkLst>
      </pc:sldChg>
      <pc:sldChg chg="addSp modSp mod modNotesTx">
        <pc:chgData name="Shai Tayar" userId="1e15f6ca-cc0d-4d95-81c3-357e27a35b18" providerId="ADAL" clId="{61B266A4-308B-41F3-809A-8DC332A6B189}" dt="2025-02-09T09:56:54.648" v="17666" actId="20577"/>
        <pc:sldMkLst>
          <pc:docMk/>
          <pc:sldMk cId="4285847947" sldId="375"/>
        </pc:sldMkLst>
        <pc:spChg chg="add mod">
          <ac:chgData name="Shai Tayar" userId="1e15f6ca-cc0d-4d95-81c3-357e27a35b18" providerId="ADAL" clId="{61B266A4-308B-41F3-809A-8DC332A6B189}" dt="2025-01-30T06:06:47.778" v="4363" actId="2711"/>
          <ac:spMkLst>
            <pc:docMk/>
            <pc:sldMk cId="4285847947" sldId="375"/>
            <ac:spMk id="4" creationId="{50354F87-D6BB-9153-B171-FDC2ADF53815}"/>
          </ac:spMkLst>
        </pc:spChg>
        <pc:picChg chg="add mod">
          <ac:chgData name="Shai Tayar" userId="1e15f6ca-cc0d-4d95-81c3-357e27a35b18" providerId="ADAL" clId="{61B266A4-308B-41F3-809A-8DC332A6B189}" dt="2025-01-29T21:27:10.146" v="4018" actId="1076"/>
          <ac:picMkLst>
            <pc:docMk/>
            <pc:sldMk cId="4285847947" sldId="375"/>
            <ac:picMk id="3" creationId="{33E58618-2B0D-1FFB-6A90-A9FC8780963B}"/>
          </ac:picMkLst>
        </pc:picChg>
        <pc:picChg chg="add mod">
          <ac:chgData name="Shai Tayar" userId="1e15f6ca-cc0d-4d95-81c3-357e27a35b18" providerId="ADAL" clId="{61B266A4-308B-41F3-809A-8DC332A6B189}" dt="2025-01-29T21:27:12.043" v="4019" actId="1076"/>
          <ac:picMkLst>
            <pc:docMk/>
            <pc:sldMk cId="4285847947" sldId="375"/>
            <ac:picMk id="1028" creationId="{78C77444-CD49-360F-9313-232E28E236A6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9T07:52:59.683" v="6864" actId="20577"/>
        <pc:sldMkLst>
          <pc:docMk/>
          <pc:sldMk cId="4067864897" sldId="384"/>
        </pc:sldMkLst>
        <pc:spChg chg="ord">
          <ac:chgData name="Shai Tayar" userId="1e15f6ca-cc0d-4d95-81c3-357e27a35b18" providerId="ADAL" clId="{61B266A4-308B-41F3-809A-8DC332A6B189}" dt="2025-01-28T10:10:41.328" v="1593" actId="170"/>
          <ac:spMkLst>
            <pc:docMk/>
            <pc:sldMk cId="4067864897" sldId="384"/>
            <ac:spMk id="5" creationId="{99516ACA-375D-1140-8EDA-CE04AAC75809}"/>
          </ac:spMkLst>
        </pc:spChg>
        <pc:picChg chg="add mod">
          <ac:chgData name="Shai Tayar" userId="1e15f6ca-cc0d-4d95-81c3-357e27a35b18" providerId="ADAL" clId="{61B266A4-308B-41F3-809A-8DC332A6B189}" dt="2025-01-29T20:47:39.355" v="2753" actId="29295"/>
          <ac:picMkLst>
            <pc:docMk/>
            <pc:sldMk cId="4067864897" sldId="384"/>
            <ac:picMk id="6" creationId="{8467FFCD-228E-3C73-417C-8E3BF48D583C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9T07:55:33.957" v="7140" actId="20577"/>
        <pc:sldMkLst>
          <pc:docMk/>
          <pc:sldMk cId="1068216364" sldId="407"/>
        </pc:sldMkLst>
        <pc:spChg chg="ord">
          <ac:chgData name="Shai Tayar" userId="1e15f6ca-cc0d-4d95-81c3-357e27a35b18" providerId="ADAL" clId="{61B266A4-308B-41F3-809A-8DC332A6B189}" dt="2025-01-28T10:47:23.671" v="2470" actId="170"/>
          <ac:spMkLst>
            <pc:docMk/>
            <pc:sldMk cId="1068216364" sldId="407"/>
            <ac:spMk id="5" creationId="{45037722-9ABA-77DE-7D7B-B03A9F7AA8DE}"/>
          </ac:spMkLst>
        </pc:spChg>
        <pc:picChg chg="add mod">
          <ac:chgData name="Shai Tayar" userId="1e15f6ca-cc0d-4d95-81c3-357e27a35b18" providerId="ADAL" clId="{61B266A4-308B-41F3-809A-8DC332A6B189}" dt="2025-01-29T20:47:52.252" v="2758" actId="29295"/>
          <ac:picMkLst>
            <pc:docMk/>
            <pc:sldMk cId="1068216364" sldId="407"/>
            <ac:picMk id="3" creationId="{B074D398-55D6-98F7-3000-F35CEF13E698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7T08:42:24.617" v="5403" actId="20577"/>
        <pc:sldMkLst>
          <pc:docMk/>
          <pc:sldMk cId="1672358392" sldId="409"/>
        </pc:sldMkLst>
        <pc:spChg chg="ord">
          <ac:chgData name="Shai Tayar" userId="1e15f6ca-cc0d-4d95-81c3-357e27a35b18" providerId="ADAL" clId="{61B266A4-308B-41F3-809A-8DC332A6B189}" dt="2025-01-28T10:47:42.507" v="2473" actId="170"/>
          <ac:spMkLst>
            <pc:docMk/>
            <pc:sldMk cId="1672358392" sldId="409"/>
            <ac:spMk id="5" creationId="{2D5A6B54-4E9D-11DE-25FB-310F2B54D1D1}"/>
          </ac:spMkLst>
        </pc:spChg>
        <pc:picChg chg="add mod">
          <ac:chgData name="Shai Tayar" userId="1e15f6ca-cc0d-4d95-81c3-357e27a35b18" providerId="ADAL" clId="{61B266A4-308B-41F3-809A-8DC332A6B189}" dt="2025-01-29T20:48:02.186" v="2763" actId="29295"/>
          <ac:picMkLst>
            <pc:docMk/>
            <pc:sldMk cId="1672358392" sldId="409"/>
            <ac:picMk id="3" creationId="{5183EA0C-655E-6C62-B9CD-A85F81791356}"/>
          </ac:picMkLst>
        </pc:picChg>
      </pc:sldChg>
      <pc:sldChg chg="addSp modSp mod modNotesTx">
        <pc:chgData name="Shai Tayar" userId="1e15f6ca-cc0d-4d95-81c3-357e27a35b18" providerId="ADAL" clId="{61B266A4-308B-41F3-809A-8DC332A6B189}" dt="2025-02-07T08:52:09.539" v="5447" actId="948"/>
        <pc:sldMkLst>
          <pc:docMk/>
          <pc:sldMk cId="1172135857" sldId="410"/>
        </pc:sldMkLst>
        <pc:spChg chg="mod">
          <ac:chgData name="Shai Tayar" userId="1e15f6ca-cc0d-4d95-81c3-357e27a35b18" providerId="ADAL" clId="{61B266A4-308B-41F3-809A-8DC332A6B189}" dt="2025-02-07T08:51:59.033" v="5443" actId="21"/>
          <ac:spMkLst>
            <pc:docMk/>
            <pc:sldMk cId="1172135857" sldId="410"/>
            <ac:spMk id="7" creationId="{2950F79D-730F-0CAC-2221-DA6BA6874F8F}"/>
          </ac:spMkLst>
        </pc:spChg>
        <pc:picChg chg="add mod">
          <ac:chgData name="Shai Tayar" userId="1e15f6ca-cc0d-4d95-81c3-357e27a35b18" providerId="ADAL" clId="{61B266A4-308B-41F3-809A-8DC332A6B189}" dt="2025-01-28T08:33:27.132" v="330" actId="14100"/>
          <ac:picMkLst>
            <pc:docMk/>
            <pc:sldMk cId="1172135857" sldId="410"/>
            <ac:picMk id="4" creationId="{3227B617-DA0E-4967-BD3F-A597F48E0919}"/>
          </ac:picMkLst>
        </pc:picChg>
      </pc:sldChg>
      <pc:sldChg chg="modSp mod modNotesTx">
        <pc:chgData name="Shai Tayar" userId="1e15f6ca-cc0d-4d95-81c3-357e27a35b18" providerId="ADAL" clId="{61B266A4-308B-41F3-809A-8DC332A6B189}" dt="2025-02-07T08:53:17.893" v="5470" actId="20577"/>
        <pc:sldMkLst>
          <pc:docMk/>
          <pc:sldMk cId="3202897539" sldId="411"/>
        </pc:sldMkLst>
        <pc:spChg chg="mod">
          <ac:chgData name="Shai Tayar" userId="1e15f6ca-cc0d-4d95-81c3-357e27a35b18" providerId="ADAL" clId="{61B266A4-308B-41F3-809A-8DC332A6B189}" dt="2025-02-07T08:53:17.893" v="5470" actId="20577"/>
          <ac:spMkLst>
            <pc:docMk/>
            <pc:sldMk cId="3202897539" sldId="411"/>
            <ac:spMk id="7" creationId="{3128E3A7-0519-BA08-CDCA-26339703BA6F}"/>
          </ac:spMkLst>
        </pc:spChg>
      </pc:sldChg>
      <pc:sldChg chg="addSp delSp modSp mod modNotesTx">
        <pc:chgData name="Shai Tayar" userId="1e15f6ca-cc0d-4d95-81c3-357e27a35b18" providerId="ADAL" clId="{61B266A4-308B-41F3-809A-8DC332A6B189}" dt="2025-02-07T08:53:52.756" v="5479" actId="120"/>
        <pc:sldMkLst>
          <pc:docMk/>
          <pc:sldMk cId="3559533662" sldId="412"/>
        </pc:sldMkLst>
        <pc:spChg chg="mod">
          <ac:chgData name="Shai Tayar" userId="1e15f6ca-cc0d-4d95-81c3-357e27a35b18" providerId="ADAL" clId="{61B266A4-308B-41F3-809A-8DC332A6B189}" dt="2025-02-07T08:53:33.332" v="5471" actId="21"/>
          <ac:spMkLst>
            <pc:docMk/>
            <pc:sldMk cId="3559533662" sldId="412"/>
            <ac:spMk id="7" creationId="{4065E768-C4CD-72F1-89B9-F7E981A765DD}"/>
          </ac:spMkLst>
        </pc:spChg>
        <pc:picChg chg="add mod">
          <ac:chgData name="Shai Tayar" userId="1e15f6ca-cc0d-4d95-81c3-357e27a35b18" providerId="ADAL" clId="{61B266A4-308B-41F3-809A-8DC332A6B189}" dt="2025-01-28T08:39:08.703" v="347"/>
          <ac:picMkLst>
            <pc:docMk/>
            <pc:sldMk cId="3559533662" sldId="412"/>
            <ac:picMk id="9" creationId="{F12ACEB9-D844-DE0E-017C-9ED9D3937A37}"/>
          </ac:picMkLst>
        </pc:picChg>
      </pc:sldChg>
      <pc:sldChg chg="modSp mod modNotesTx">
        <pc:chgData name="Shai Tayar" userId="1e15f6ca-cc0d-4d95-81c3-357e27a35b18" providerId="ADAL" clId="{61B266A4-308B-41F3-809A-8DC332A6B189}" dt="2025-02-07T08:55:01.126" v="5485" actId="120"/>
        <pc:sldMkLst>
          <pc:docMk/>
          <pc:sldMk cId="1987230154" sldId="413"/>
        </pc:sldMkLst>
        <pc:spChg chg="mod">
          <ac:chgData name="Shai Tayar" userId="1e15f6ca-cc0d-4d95-81c3-357e27a35b18" providerId="ADAL" clId="{61B266A4-308B-41F3-809A-8DC332A6B189}" dt="2025-02-07T08:54:52.825" v="5480" actId="21"/>
          <ac:spMkLst>
            <pc:docMk/>
            <pc:sldMk cId="1987230154" sldId="413"/>
            <ac:spMk id="7" creationId="{01D20B12-E404-97AA-FD51-FACA722E90AF}"/>
          </ac:spMkLst>
        </pc:spChg>
      </pc:sldChg>
      <pc:sldChg chg="addSp delSp modSp mod modNotesTx">
        <pc:chgData name="Shai Tayar" userId="1e15f6ca-cc0d-4d95-81c3-357e27a35b18" providerId="ADAL" clId="{61B266A4-308B-41F3-809A-8DC332A6B189}" dt="2025-02-07T09:02:47.933" v="5533" actId="20577"/>
        <pc:sldMkLst>
          <pc:docMk/>
          <pc:sldMk cId="961584459" sldId="414"/>
        </pc:sldMkLst>
        <pc:spChg chg="ord">
          <ac:chgData name="Shai Tayar" userId="1e15f6ca-cc0d-4d95-81c3-357e27a35b18" providerId="ADAL" clId="{61B266A4-308B-41F3-809A-8DC332A6B189}" dt="2025-01-28T10:47:57.493" v="2476" actId="170"/>
          <ac:spMkLst>
            <pc:docMk/>
            <pc:sldMk cId="961584459" sldId="414"/>
            <ac:spMk id="5" creationId="{75665991-8692-5C60-038B-0854ED0B61A9}"/>
          </ac:spMkLst>
        </pc:spChg>
        <pc:picChg chg="add mod">
          <ac:chgData name="Shai Tayar" userId="1e15f6ca-cc0d-4d95-81c3-357e27a35b18" providerId="ADAL" clId="{61B266A4-308B-41F3-809A-8DC332A6B189}" dt="2025-01-29T20:48:11.025" v="2768" actId="29295"/>
          <ac:picMkLst>
            <pc:docMk/>
            <pc:sldMk cId="961584459" sldId="414"/>
            <ac:picMk id="3" creationId="{DBA93F41-9013-E71F-5041-A49EE2765768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7T09:20:19.394" v="5818" actId="20577"/>
        <pc:sldMkLst>
          <pc:docMk/>
          <pc:sldMk cId="850199453" sldId="415"/>
        </pc:sldMkLst>
        <pc:spChg chg="add mod">
          <ac:chgData name="Shai Tayar" userId="1e15f6ca-cc0d-4d95-81c3-357e27a35b18" providerId="ADAL" clId="{61B266A4-308B-41F3-809A-8DC332A6B189}" dt="2025-01-29T21:17:14.070" v="3913" actId="1076"/>
          <ac:spMkLst>
            <pc:docMk/>
            <pc:sldMk cId="850199453" sldId="415"/>
            <ac:spMk id="8" creationId="{9F149604-02DA-72E1-6EEB-89103EB32E3C}"/>
          </ac:spMkLst>
        </pc:spChg>
        <pc:spChg chg="add mod">
          <ac:chgData name="Shai Tayar" userId="1e15f6ca-cc0d-4d95-81c3-357e27a35b18" providerId="ADAL" clId="{61B266A4-308B-41F3-809A-8DC332A6B189}" dt="2025-01-29T21:17:17.506" v="3914" actId="1076"/>
          <ac:spMkLst>
            <pc:docMk/>
            <pc:sldMk cId="850199453" sldId="415"/>
            <ac:spMk id="9" creationId="{9F3118C5-6AB0-3FAC-8A65-9F280D64B508}"/>
          </ac:spMkLst>
        </pc:spChg>
        <pc:picChg chg="add mod">
          <ac:chgData name="Shai Tayar" userId="1e15f6ca-cc0d-4d95-81c3-357e27a35b18" providerId="ADAL" clId="{61B266A4-308B-41F3-809A-8DC332A6B189}" dt="2025-02-06T06:10:06.559" v="4745" actId="14100"/>
          <ac:picMkLst>
            <pc:docMk/>
            <pc:sldMk cId="850199453" sldId="415"/>
            <ac:picMk id="5" creationId="{2F0E2CD7-9F93-A4CB-596F-B4B9D530B968}"/>
          </ac:picMkLst>
        </pc:picChg>
        <pc:picChg chg="add mod">
          <ac:chgData name="Shai Tayar" userId="1e15f6ca-cc0d-4d95-81c3-357e27a35b18" providerId="ADAL" clId="{61B266A4-308B-41F3-809A-8DC332A6B189}" dt="2025-01-28T13:21:52.490" v="2609" actId="1076"/>
          <ac:picMkLst>
            <pc:docMk/>
            <pc:sldMk cId="850199453" sldId="415"/>
            <ac:picMk id="10" creationId="{219606A4-C7BF-895F-4AFA-0BAA8068FCD7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7T09:22:40.677" v="5845" actId="1036"/>
        <pc:sldMkLst>
          <pc:docMk/>
          <pc:sldMk cId="1589804606" sldId="416"/>
        </pc:sldMkLst>
        <pc:spChg chg="add del mod">
          <ac:chgData name="Shai Tayar" userId="1e15f6ca-cc0d-4d95-81c3-357e27a35b18" providerId="ADAL" clId="{61B266A4-308B-41F3-809A-8DC332A6B189}" dt="2025-01-29T21:17:22.944" v="3915" actId="2711"/>
          <ac:spMkLst>
            <pc:docMk/>
            <pc:sldMk cId="1589804606" sldId="416"/>
            <ac:spMk id="5" creationId="{ECCE4866-8A8F-E4E0-2B6B-6D30CB435635}"/>
          </ac:spMkLst>
        </pc:spChg>
        <pc:spChg chg="add mod">
          <ac:chgData name="Shai Tayar" userId="1e15f6ca-cc0d-4d95-81c3-357e27a35b18" providerId="ADAL" clId="{61B266A4-308B-41F3-809A-8DC332A6B189}" dt="2025-01-29T21:17:26.717" v="3916" actId="2711"/>
          <ac:spMkLst>
            <pc:docMk/>
            <pc:sldMk cId="1589804606" sldId="416"/>
            <ac:spMk id="9" creationId="{E7EE2F01-06BE-4773-0290-9609A4B684A0}"/>
          </ac:spMkLst>
        </pc:spChg>
        <pc:picChg chg="add del mod">
          <ac:chgData name="Shai Tayar" userId="1e15f6ca-cc0d-4d95-81c3-357e27a35b18" providerId="ADAL" clId="{61B266A4-308B-41F3-809A-8DC332A6B189}" dt="2025-01-28T08:56:17.999" v="631" actId="478"/>
          <ac:picMkLst>
            <pc:docMk/>
            <pc:sldMk cId="1589804606" sldId="416"/>
            <ac:picMk id="4" creationId="{7B3CEB83-FEF0-FD59-51A8-8554EDCD2A1A}"/>
          </ac:picMkLst>
        </pc:picChg>
        <pc:picChg chg="add del mod">
          <ac:chgData name="Shai Tayar" userId="1e15f6ca-cc0d-4d95-81c3-357e27a35b18" providerId="ADAL" clId="{61B266A4-308B-41F3-809A-8DC332A6B189}" dt="2025-02-07T09:22:40.677" v="5845" actId="1036"/>
          <ac:picMkLst>
            <pc:docMk/>
            <pc:sldMk cId="1589804606" sldId="416"/>
            <ac:picMk id="6" creationId="{EAB9E897-FE7E-19FC-0A04-BC056E3A71B7}"/>
          </ac:picMkLst>
        </pc:picChg>
      </pc:sldChg>
      <pc:sldChg chg="addSp modSp mod modNotesTx">
        <pc:chgData name="Shai Tayar" userId="1e15f6ca-cc0d-4d95-81c3-357e27a35b18" providerId="ADAL" clId="{61B266A4-308B-41F3-809A-8DC332A6B189}" dt="2025-02-07T09:35:55.877" v="6082" actId="20577"/>
        <pc:sldMkLst>
          <pc:docMk/>
          <pc:sldMk cId="1527816811" sldId="417"/>
        </pc:sldMkLst>
        <pc:spChg chg="mod">
          <ac:chgData name="Shai Tayar" userId="1e15f6ca-cc0d-4d95-81c3-357e27a35b18" providerId="ADAL" clId="{61B266A4-308B-41F3-809A-8DC332A6B189}" dt="2025-02-05T07:06:18.489" v="4523" actId="20577"/>
          <ac:spMkLst>
            <pc:docMk/>
            <pc:sldMk cId="1527816811" sldId="417"/>
            <ac:spMk id="3" creationId="{1454C653-3E8C-638C-762F-C1334129BA18}"/>
          </ac:spMkLst>
        </pc:spChg>
        <pc:spChg chg="add mod">
          <ac:chgData name="Shai Tayar" userId="1e15f6ca-cc0d-4d95-81c3-357e27a35b18" providerId="ADAL" clId="{61B266A4-308B-41F3-809A-8DC332A6B189}" dt="2025-01-29T21:18:17.974" v="3946" actId="20577"/>
          <ac:spMkLst>
            <pc:docMk/>
            <pc:sldMk cId="1527816811" sldId="417"/>
            <ac:spMk id="5" creationId="{86AE4CC4-F406-758F-E13F-D222A898708C}"/>
          </ac:spMkLst>
        </pc:spChg>
        <pc:spChg chg="mod">
          <ac:chgData name="Shai Tayar" userId="1e15f6ca-cc0d-4d95-81c3-357e27a35b18" providerId="ADAL" clId="{61B266A4-308B-41F3-809A-8DC332A6B189}" dt="2025-01-29T21:17:32.778" v="3917" actId="2711"/>
          <ac:spMkLst>
            <pc:docMk/>
            <pc:sldMk cId="1527816811" sldId="417"/>
            <ac:spMk id="7" creationId="{F4C7E3C2-6F8B-A383-691D-ACA86DFEE9A4}"/>
          </ac:spMkLst>
        </pc:spChg>
        <pc:picChg chg="add mod">
          <ac:chgData name="Shai Tayar" userId="1e15f6ca-cc0d-4d95-81c3-357e27a35b18" providerId="ADAL" clId="{61B266A4-308B-41F3-809A-8DC332A6B189}" dt="2025-01-28T13:21:46.838" v="2608" actId="1076"/>
          <ac:picMkLst>
            <pc:docMk/>
            <pc:sldMk cId="1527816811" sldId="417"/>
            <ac:picMk id="2" creationId="{E8C4A5D9-8DBC-CBD8-32D1-C470D9A3B905}"/>
          </ac:picMkLst>
        </pc:picChg>
        <pc:picChg chg="add mod">
          <ac:chgData name="Shai Tayar" userId="1e15f6ca-cc0d-4d95-81c3-357e27a35b18" providerId="ADAL" clId="{61B266A4-308B-41F3-809A-8DC332A6B189}" dt="2025-01-28T09:17:44.029" v="919" actId="1037"/>
          <ac:picMkLst>
            <pc:docMk/>
            <pc:sldMk cId="1527816811" sldId="417"/>
            <ac:picMk id="4" creationId="{965E56F7-E0AC-44F7-2921-57F350D4C41F}"/>
          </ac:picMkLst>
        </pc:picChg>
        <pc:picChg chg="add mod">
          <ac:chgData name="Shai Tayar" userId="1e15f6ca-cc0d-4d95-81c3-357e27a35b18" providerId="ADAL" clId="{61B266A4-308B-41F3-809A-8DC332A6B189}" dt="2025-01-28T09:17:41.582" v="917" actId="1038"/>
          <ac:picMkLst>
            <pc:docMk/>
            <pc:sldMk cId="1527816811" sldId="417"/>
            <ac:picMk id="6" creationId="{683C1AFA-1598-77C5-430E-299903C29C5D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7T09:26:19.967" v="5906" actId="313"/>
        <pc:sldMkLst>
          <pc:docMk/>
          <pc:sldMk cId="1188514701" sldId="418"/>
        </pc:sldMkLst>
        <pc:spChg chg="add mod">
          <ac:chgData name="Shai Tayar" userId="1e15f6ca-cc0d-4d95-81c3-357e27a35b18" providerId="ADAL" clId="{61B266A4-308B-41F3-809A-8DC332A6B189}" dt="2025-01-29T21:20:21.170" v="3974" actId="1076"/>
          <ac:spMkLst>
            <pc:docMk/>
            <pc:sldMk cId="1188514701" sldId="418"/>
            <ac:spMk id="9" creationId="{9C889420-FEBA-214A-CF4C-0D053D0EE980}"/>
          </ac:spMkLst>
        </pc:spChg>
        <pc:spChg chg="add mod">
          <ac:chgData name="Shai Tayar" userId="1e15f6ca-cc0d-4d95-81c3-357e27a35b18" providerId="ADAL" clId="{61B266A4-308B-41F3-809A-8DC332A6B189}" dt="2025-02-07T09:26:19.967" v="5906" actId="313"/>
          <ac:spMkLst>
            <pc:docMk/>
            <pc:sldMk cId="1188514701" sldId="418"/>
            <ac:spMk id="11" creationId="{9AC8A7D9-E6DC-ABD5-5CB4-A1A225B0F296}"/>
          </ac:spMkLst>
        </pc:spChg>
        <pc:picChg chg="add mod">
          <ac:chgData name="Shai Tayar" userId="1e15f6ca-cc0d-4d95-81c3-357e27a35b18" providerId="ADAL" clId="{61B266A4-308B-41F3-809A-8DC332A6B189}" dt="2025-01-28T08:59:18.150" v="724" actId="208"/>
          <ac:picMkLst>
            <pc:docMk/>
            <pc:sldMk cId="1188514701" sldId="418"/>
            <ac:picMk id="4" creationId="{AF0A90C0-C5A0-8E64-2CC8-5BA65CDC1FBE}"/>
          </ac:picMkLst>
        </pc:picChg>
        <pc:picChg chg="add mod">
          <ac:chgData name="Shai Tayar" userId="1e15f6ca-cc0d-4d95-81c3-357e27a35b18" providerId="ADAL" clId="{61B266A4-308B-41F3-809A-8DC332A6B189}" dt="2025-02-07T09:24:33.495" v="5857" actId="1036"/>
          <ac:picMkLst>
            <pc:docMk/>
            <pc:sldMk cId="1188514701" sldId="418"/>
            <ac:picMk id="8" creationId="{FB493D56-B957-A9CD-F56B-BC8E3695EC22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9T14:48:59.681" v="18403" actId="20577"/>
        <pc:sldMkLst>
          <pc:docMk/>
          <pc:sldMk cId="3295151948" sldId="419"/>
        </pc:sldMkLst>
        <pc:spChg chg="mod">
          <ac:chgData name="Shai Tayar" userId="1e15f6ca-cc0d-4d95-81c3-357e27a35b18" providerId="ADAL" clId="{61B266A4-308B-41F3-809A-8DC332A6B189}" dt="2025-02-09T14:47:47.965" v="18375" actId="20577"/>
          <ac:spMkLst>
            <pc:docMk/>
            <pc:sldMk cId="3295151948" sldId="419"/>
            <ac:spMk id="7" creationId="{6D34E638-D810-685A-32CB-5B8FFB0AFC2C}"/>
          </ac:spMkLst>
        </pc:spChg>
        <pc:spChg chg="add mod">
          <ac:chgData name="Shai Tayar" userId="1e15f6ca-cc0d-4d95-81c3-357e27a35b18" providerId="ADAL" clId="{61B266A4-308B-41F3-809A-8DC332A6B189}" dt="2025-02-09T14:48:49.350" v="18391" actId="948"/>
          <ac:spMkLst>
            <pc:docMk/>
            <pc:sldMk cId="3295151948" sldId="419"/>
            <ac:spMk id="10" creationId="{43042722-6320-2BCB-2A33-361A25233042}"/>
          </ac:spMkLst>
        </pc:spChg>
        <pc:picChg chg="add del mod">
          <ac:chgData name="Shai Tayar" userId="1e15f6ca-cc0d-4d95-81c3-357e27a35b18" providerId="ADAL" clId="{61B266A4-308B-41F3-809A-8DC332A6B189}" dt="2025-02-09T14:47:23.637" v="18369" actId="478"/>
          <ac:picMkLst>
            <pc:docMk/>
            <pc:sldMk cId="3295151948" sldId="419"/>
            <ac:picMk id="5" creationId="{D9E5418D-1FD9-80DD-B3F9-7CE070C533D7}"/>
          </ac:picMkLst>
        </pc:picChg>
        <pc:picChg chg="add mod modCrop">
          <ac:chgData name="Shai Tayar" userId="1e15f6ca-cc0d-4d95-81c3-357e27a35b18" providerId="ADAL" clId="{61B266A4-308B-41F3-809A-8DC332A6B189}" dt="2025-02-09T14:48:01.043" v="18377" actId="1076"/>
          <ac:picMkLst>
            <pc:docMk/>
            <pc:sldMk cId="3295151948" sldId="419"/>
            <ac:picMk id="8" creationId="{4FD48131-870B-37FD-78C3-4D7DCBDD4F7C}"/>
          </ac:picMkLst>
        </pc:picChg>
      </pc:sldChg>
      <pc:sldChg chg="modSp mod modNotesTx">
        <pc:chgData name="Shai Tayar" userId="1e15f6ca-cc0d-4d95-81c3-357e27a35b18" providerId="ADAL" clId="{61B266A4-308B-41F3-809A-8DC332A6B189}" dt="2025-02-09T15:08:35.473" v="19147" actId="20577"/>
        <pc:sldMkLst>
          <pc:docMk/>
          <pc:sldMk cId="972439090" sldId="420"/>
        </pc:sldMkLst>
        <pc:spChg chg="mod">
          <ac:chgData name="Shai Tayar" userId="1e15f6ca-cc0d-4d95-81c3-357e27a35b18" providerId="ADAL" clId="{61B266A4-308B-41F3-809A-8DC332A6B189}" dt="2025-02-09T15:08:35.473" v="19147" actId="20577"/>
          <ac:spMkLst>
            <pc:docMk/>
            <pc:sldMk cId="972439090" sldId="420"/>
            <ac:spMk id="7" creationId="{32FE1C1F-CB3C-628E-CBDF-44EE4DDCB148}"/>
          </ac:spMkLst>
        </pc:spChg>
      </pc:sldChg>
      <pc:sldChg chg="addSp delSp modSp mod modClrScheme chgLayout modNotesTx">
        <pc:chgData name="Shai Tayar" userId="1e15f6ca-cc0d-4d95-81c3-357e27a35b18" providerId="ADAL" clId="{61B266A4-308B-41F3-809A-8DC332A6B189}" dt="2025-02-09T09:51:45.462" v="17578" actId="20577"/>
        <pc:sldMkLst>
          <pc:docMk/>
          <pc:sldMk cId="2362119459" sldId="421"/>
        </pc:sldMkLst>
        <pc:spChg chg="mod ord">
          <ac:chgData name="Shai Tayar" userId="1e15f6ca-cc0d-4d95-81c3-357e27a35b18" providerId="ADAL" clId="{61B266A4-308B-41F3-809A-8DC332A6B189}" dt="2025-01-28T08:40:28.437" v="356" actId="700"/>
          <ac:spMkLst>
            <pc:docMk/>
            <pc:sldMk cId="2362119459" sldId="421"/>
            <ac:spMk id="3" creationId="{B4724A83-2D42-F643-8509-D854B919470E}"/>
          </ac:spMkLst>
        </pc:spChg>
        <pc:spChg chg="add">
          <ac:chgData name="Shai Tayar" userId="1e15f6ca-cc0d-4d95-81c3-357e27a35b18" providerId="ADAL" clId="{61B266A4-308B-41F3-809A-8DC332A6B189}" dt="2025-01-28T08:39:54.604" v="349"/>
          <ac:spMkLst>
            <pc:docMk/>
            <pc:sldMk cId="2362119459" sldId="421"/>
            <ac:spMk id="9" creationId="{34C0B249-DF76-1555-ECAB-485F1E00DDA7}"/>
          </ac:spMkLst>
        </pc:spChg>
        <pc:spChg chg="add mod ord">
          <ac:chgData name="Shai Tayar" userId="1e15f6ca-cc0d-4d95-81c3-357e27a35b18" providerId="ADAL" clId="{61B266A4-308B-41F3-809A-8DC332A6B189}" dt="2025-01-28T08:42:09.443" v="400" actId="20577"/>
          <ac:spMkLst>
            <pc:docMk/>
            <pc:sldMk cId="2362119459" sldId="421"/>
            <ac:spMk id="12" creationId="{B686B113-0993-A54C-32A1-EE6207FA7888}"/>
          </ac:spMkLst>
        </pc:spChg>
        <pc:spChg chg="add mod ord">
          <ac:chgData name="Shai Tayar" userId="1e15f6ca-cc0d-4d95-81c3-357e27a35b18" providerId="ADAL" clId="{61B266A4-308B-41F3-809A-8DC332A6B189}" dt="2025-01-28T08:42:05.063" v="394" actId="20577"/>
          <ac:spMkLst>
            <pc:docMk/>
            <pc:sldMk cId="2362119459" sldId="421"/>
            <ac:spMk id="13" creationId="{3A28BFBB-B88E-A0CD-EBAB-E204CA51F01A}"/>
          </ac:spMkLst>
        </pc:spChg>
        <pc:picChg chg="add mod">
          <ac:chgData name="Shai Tayar" userId="1e15f6ca-cc0d-4d95-81c3-357e27a35b18" providerId="ADAL" clId="{61B266A4-308B-41F3-809A-8DC332A6B189}" dt="2025-01-28T13:15:54.833" v="2593" actId="1035"/>
          <ac:picMkLst>
            <pc:docMk/>
            <pc:sldMk cId="2362119459" sldId="421"/>
            <ac:picMk id="17" creationId="{CDA741A9-1FB9-4E55-9FCF-F4BA835B8A2C}"/>
          </ac:picMkLst>
        </pc:picChg>
        <pc:picChg chg="add mod">
          <ac:chgData name="Shai Tayar" userId="1e15f6ca-cc0d-4d95-81c3-357e27a35b18" providerId="ADAL" clId="{61B266A4-308B-41F3-809A-8DC332A6B189}" dt="2025-01-28T13:15:38.040" v="2576"/>
          <ac:picMkLst>
            <pc:docMk/>
            <pc:sldMk cId="2362119459" sldId="421"/>
            <ac:picMk id="19" creationId="{039D01DD-0DFE-CC6C-9B46-C5DE8DF250C2}"/>
          </ac:picMkLst>
        </pc:picChg>
      </pc:sldChg>
      <pc:sldChg chg="addSp delSp modSp mod modClrScheme chgLayout modNotesTx">
        <pc:chgData name="Shai Tayar" userId="1e15f6ca-cc0d-4d95-81c3-357e27a35b18" providerId="ADAL" clId="{61B266A4-308B-41F3-809A-8DC332A6B189}" dt="2025-02-09T14:41:46.432" v="18357" actId="20577"/>
        <pc:sldMkLst>
          <pc:docMk/>
          <pc:sldMk cId="3857689526" sldId="422"/>
        </pc:sldMkLst>
        <pc:spChg chg="mod ord">
          <ac:chgData name="Shai Tayar" userId="1e15f6ca-cc0d-4d95-81c3-357e27a35b18" providerId="ADAL" clId="{61B266A4-308B-41F3-809A-8DC332A6B189}" dt="2025-01-28T08:41:53.869" v="387" actId="700"/>
          <ac:spMkLst>
            <pc:docMk/>
            <pc:sldMk cId="3857689526" sldId="422"/>
            <ac:spMk id="3" creationId="{5494DA24-BD45-C498-93BD-9A0F9AC5D19B}"/>
          </ac:spMkLst>
        </pc:spChg>
        <pc:spChg chg="add mod ord">
          <ac:chgData name="Shai Tayar" userId="1e15f6ca-cc0d-4d95-81c3-357e27a35b18" providerId="ADAL" clId="{61B266A4-308B-41F3-809A-8DC332A6B189}" dt="2025-01-28T09:05:56.356" v="878" actId="122"/>
          <ac:spMkLst>
            <pc:docMk/>
            <pc:sldMk cId="3857689526" sldId="422"/>
            <ac:spMk id="5" creationId="{5E645835-F89C-24E6-DF2E-DB6F62BB4BF3}"/>
          </ac:spMkLst>
        </pc:spChg>
        <pc:spChg chg="add mod ord">
          <ac:chgData name="Shai Tayar" userId="1e15f6ca-cc0d-4d95-81c3-357e27a35b18" providerId="ADAL" clId="{61B266A4-308B-41F3-809A-8DC332A6B189}" dt="2025-01-28T09:05:52.352" v="873" actId="122"/>
          <ac:spMkLst>
            <pc:docMk/>
            <pc:sldMk cId="3857689526" sldId="422"/>
            <ac:spMk id="6" creationId="{A49E93E0-9928-3792-E66A-98F271A791E6}"/>
          </ac:spMkLst>
        </pc:spChg>
        <pc:picChg chg="add mod">
          <ac:chgData name="Shai Tayar" userId="1e15f6ca-cc0d-4d95-81c3-357e27a35b18" providerId="ADAL" clId="{61B266A4-308B-41F3-809A-8DC332A6B189}" dt="2025-01-28T13:15:10.510" v="2571"/>
          <ac:picMkLst>
            <pc:docMk/>
            <pc:sldMk cId="3857689526" sldId="422"/>
            <ac:picMk id="8" creationId="{3137F4D6-4F93-7681-E38D-4AC82A9063FB}"/>
          </ac:picMkLst>
        </pc:picChg>
        <pc:picChg chg="add mod">
          <ac:chgData name="Shai Tayar" userId="1e15f6ca-cc0d-4d95-81c3-357e27a35b18" providerId="ADAL" clId="{61B266A4-308B-41F3-809A-8DC332A6B189}" dt="2025-01-28T13:15:21.201" v="2572"/>
          <ac:picMkLst>
            <pc:docMk/>
            <pc:sldMk cId="3857689526" sldId="422"/>
            <ac:picMk id="9" creationId="{89DBDF3C-68F8-B026-AF92-72214A38AC31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9T08:19:29.971" v="9899" actId="20577"/>
        <pc:sldMkLst>
          <pc:docMk/>
          <pc:sldMk cId="3187865240" sldId="423"/>
        </pc:sldMkLst>
        <pc:picChg chg="add mod ord">
          <ac:chgData name="Shai Tayar" userId="1e15f6ca-cc0d-4d95-81c3-357e27a35b18" providerId="ADAL" clId="{61B266A4-308B-41F3-809A-8DC332A6B189}" dt="2025-01-28T13:21:14.168" v="2606" actId="167"/>
          <ac:picMkLst>
            <pc:docMk/>
            <pc:sldMk cId="3187865240" sldId="423"/>
            <ac:picMk id="6" creationId="{FDD9FBC5-A21D-50B2-0D21-7245793E26BB}"/>
          </ac:picMkLst>
        </pc:picChg>
        <pc:picChg chg="add mod">
          <ac:chgData name="Shai Tayar" userId="1e15f6ca-cc0d-4d95-81c3-357e27a35b18" providerId="ADAL" clId="{61B266A4-308B-41F3-809A-8DC332A6B189}" dt="2025-01-28T13:21:27.001" v="2607"/>
          <ac:picMkLst>
            <pc:docMk/>
            <pc:sldMk cId="3187865240" sldId="423"/>
            <ac:picMk id="7170" creationId="{BC8154B9-67CC-1308-CA30-E57180385697}"/>
          </ac:picMkLst>
        </pc:picChg>
      </pc:sldChg>
      <pc:sldChg chg="modSp mod modNotesTx">
        <pc:chgData name="Shai Tayar" userId="1e15f6ca-cc0d-4d95-81c3-357e27a35b18" providerId="ADAL" clId="{61B266A4-308B-41F3-809A-8DC332A6B189}" dt="2025-02-09T15:08:47.889" v="19148" actId="20577"/>
        <pc:sldMkLst>
          <pc:docMk/>
          <pc:sldMk cId="3416230762" sldId="424"/>
        </pc:sldMkLst>
        <pc:spChg chg="mod">
          <ac:chgData name="Shai Tayar" userId="1e15f6ca-cc0d-4d95-81c3-357e27a35b18" providerId="ADAL" clId="{61B266A4-308B-41F3-809A-8DC332A6B189}" dt="2025-01-28T10:34:39.606" v="1792" actId="20577"/>
          <ac:spMkLst>
            <pc:docMk/>
            <pc:sldMk cId="3416230762" sldId="424"/>
            <ac:spMk id="3" creationId="{09489EDD-9A82-EA58-8080-B7B83C3015D8}"/>
          </ac:spMkLst>
        </pc:spChg>
        <pc:spChg chg="mod">
          <ac:chgData name="Shai Tayar" userId="1e15f6ca-cc0d-4d95-81c3-357e27a35b18" providerId="ADAL" clId="{61B266A4-308B-41F3-809A-8DC332A6B189}" dt="2025-02-09T15:08:47.889" v="19148" actId="20577"/>
          <ac:spMkLst>
            <pc:docMk/>
            <pc:sldMk cId="3416230762" sldId="424"/>
            <ac:spMk id="7" creationId="{382E0185-A340-AEB9-DA2A-93BACC118F37}"/>
          </ac:spMkLst>
        </pc:spChg>
      </pc:sldChg>
      <pc:sldChg chg="addSp delSp modSp mod modNotesTx">
        <pc:chgData name="Shai Tayar" userId="1e15f6ca-cc0d-4d95-81c3-357e27a35b18" providerId="ADAL" clId="{61B266A4-308B-41F3-809A-8DC332A6B189}" dt="2025-02-09T09:38:46.057" v="17132" actId="20577"/>
        <pc:sldMkLst>
          <pc:docMk/>
          <pc:sldMk cId="2930926993" sldId="425"/>
        </pc:sldMkLst>
        <pc:spChg chg="ord">
          <ac:chgData name="Shai Tayar" userId="1e15f6ca-cc0d-4d95-81c3-357e27a35b18" providerId="ADAL" clId="{61B266A4-308B-41F3-809A-8DC332A6B189}" dt="2025-01-28T10:48:10.363" v="2479" actId="170"/>
          <ac:spMkLst>
            <pc:docMk/>
            <pc:sldMk cId="2930926993" sldId="425"/>
            <ac:spMk id="5" creationId="{D7A62667-F4F3-C97C-9676-1530A8FC18B7}"/>
          </ac:spMkLst>
        </pc:spChg>
        <pc:picChg chg="add mod">
          <ac:chgData name="Shai Tayar" userId="1e15f6ca-cc0d-4d95-81c3-357e27a35b18" providerId="ADAL" clId="{61B266A4-308B-41F3-809A-8DC332A6B189}" dt="2025-01-29T20:48:27.207" v="2774" actId="29295"/>
          <ac:picMkLst>
            <pc:docMk/>
            <pc:sldMk cId="2930926993" sldId="425"/>
            <ac:picMk id="3" creationId="{8750B7E1-873C-B332-2D5C-E09327F708D9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9T09:45:05.515" v="17318" actId="20577"/>
        <pc:sldMkLst>
          <pc:docMk/>
          <pc:sldMk cId="4121470730" sldId="426"/>
        </pc:sldMkLst>
        <pc:spChg chg="mod">
          <ac:chgData name="Shai Tayar" userId="1e15f6ca-cc0d-4d95-81c3-357e27a35b18" providerId="ADAL" clId="{61B266A4-308B-41F3-809A-8DC332A6B189}" dt="2025-01-28T09:56:28.754" v="1338" actId="20577"/>
          <ac:spMkLst>
            <pc:docMk/>
            <pc:sldMk cId="4121470730" sldId="426"/>
            <ac:spMk id="3" creationId="{2A662D71-98AF-0EFD-FD1B-827B162C4D48}"/>
          </ac:spMkLst>
        </pc:spChg>
        <pc:spChg chg="add mod">
          <ac:chgData name="Shai Tayar" userId="1e15f6ca-cc0d-4d95-81c3-357e27a35b18" providerId="ADAL" clId="{61B266A4-308B-41F3-809A-8DC332A6B189}" dt="2025-02-09T09:23:32.680" v="15860" actId="1076"/>
          <ac:spMkLst>
            <pc:docMk/>
            <pc:sldMk cId="4121470730" sldId="426"/>
            <ac:spMk id="6" creationId="{3AE911D7-1547-5D05-5C1E-9CB0092A970D}"/>
          </ac:spMkLst>
        </pc:spChg>
        <pc:spChg chg="mod">
          <ac:chgData name="Shai Tayar" userId="1e15f6ca-cc0d-4d95-81c3-357e27a35b18" providerId="ADAL" clId="{61B266A4-308B-41F3-809A-8DC332A6B189}" dt="2025-02-09T09:31:33.378" v="16814" actId="27636"/>
          <ac:spMkLst>
            <pc:docMk/>
            <pc:sldMk cId="4121470730" sldId="426"/>
            <ac:spMk id="7" creationId="{4719E44F-71DC-077A-2679-FB4A2A52D391}"/>
          </ac:spMkLst>
        </pc:spChg>
        <pc:picChg chg="add del mod">
          <ac:chgData name="Shai Tayar" userId="1e15f6ca-cc0d-4d95-81c3-357e27a35b18" providerId="ADAL" clId="{61B266A4-308B-41F3-809A-8DC332A6B189}" dt="2025-02-09T09:12:06.093" v="14963" actId="21"/>
          <ac:picMkLst>
            <pc:docMk/>
            <pc:sldMk cId="4121470730" sldId="426"/>
            <ac:picMk id="4" creationId="{28DD085D-D120-095A-FEC7-4214891FEB1A}"/>
          </ac:picMkLst>
        </pc:picChg>
        <pc:picChg chg="add mod">
          <ac:chgData name="Shai Tayar" userId="1e15f6ca-cc0d-4d95-81c3-357e27a35b18" providerId="ADAL" clId="{61B266A4-308B-41F3-809A-8DC332A6B189}" dt="2025-02-09T09:12:07.560" v="14965"/>
          <ac:picMkLst>
            <pc:docMk/>
            <pc:sldMk cId="4121470730" sldId="426"/>
            <ac:picMk id="8" creationId="{28DD085D-D120-095A-FEC7-4214891FEB1A}"/>
          </ac:picMkLst>
        </pc:picChg>
        <pc:picChg chg="add mod">
          <ac:chgData name="Shai Tayar" userId="1e15f6ca-cc0d-4d95-81c3-357e27a35b18" providerId="ADAL" clId="{61B266A4-308B-41F3-809A-8DC332A6B189}" dt="2025-02-09T09:23:58.959" v="15875" actId="1076"/>
          <ac:picMkLst>
            <pc:docMk/>
            <pc:sldMk cId="4121470730" sldId="426"/>
            <ac:picMk id="9" creationId="{447218B9-D247-2EDD-A547-0D8702E2C271}"/>
          </ac:picMkLst>
        </pc:picChg>
        <pc:picChg chg="add mod">
          <ac:chgData name="Shai Tayar" userId="1e15f6ca-cc0d-4d95-81c3-357e27a35b18" providerId="ADAL" clId="{61B266A4-308B-41F3-809A-8DC332A6B189}" dt="2025-02-09T09:23:28.750" v="15859" actId="1076"/>
          <ac:picMkLst>
            <pc:docMk/>
            <pc:sldMk cId="4121470730" sldId="426"/>
            <ac:picMk id="1026" creationId="{C0730DB8-8BFA-0F50-9881-E0BBD10AF567}"/>
          </ac:picMkLst>
        </pc:picChg>
      </pc:sldChg>
      <pc:sldChg chg="addSp delSp modSp del mod">
        <pc:chgData name="Shai Tayar" userId="1e15f6ca-cc0d-4d95-81c3-357e27a35b18" providerId="ADAL" clId="{61B266A4-308B-41F3-809A-8DC332A6B189}" dt="2025-01-28T10:12:48.460" v="1631" actId="47"/>
        <pc:sldMkLst>
          <pc:docMk/>
          <pc:sldMk cId="1143372061" sldId="427"/>
        </pc:sldMkLst>
      </pc:sldChg>
      <pc:sldChg chg="addSp delSp modSp mod modNotesTx">
        <pc:chgData name="Shai Tayar" userId="1e15f6ca-cc0d-4d95-81c3-357e27a35b18" providerId="ADAL" clId="{61B266A4-308B-41F3-809A-8DC332A6B189}" dt="2025-02-09T09:41:01.833" v="17203" actId="20577"/>
        <pc:sldMkLst>
          <pc:docMk/>
          <pc:sldMk cId="402551603" sldId="428"/>
        </pc:sldMkLst>
        <pc:spChg chg="mod">
          <ac:chgData name="Shai Tayar" userId="1e15f6ca-cc0d-4d95-81c3-357e27a35b18" providerId="ADAL" clId="{61B266A4-308B-41F3-809A-8DC332A6B189}" dt="2025-01-28T09:59:06.522" v="1392" actId="20577"/>
          <ac:spMkLst>
            <pc:docMk/>
            <pc:sldMk cId="402551603" sldId="428"/>
            <ac:spMk id="3" creationId="{3B1F0E13-B5DE-F4CB-955C-0755E2B4DD05}"/>
          </ac:spMkLst>
        </pc:sp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2" creationId="{EFAA94F1-7955-D2EA-EDAA-6151705D3D0C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4" creationId="{413374BD-19D5-5E73-F423-8812FB946EF6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5" creationId="{A243C46A-1AFA-A645-FA0A-51D1B72E8DCB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6" creationId="{35DEFD6C-E670-5F93-EA23-C7DB8B92E7CF}"/>
          </ac:picMkLst>
        </pc:picChg>
        <pc:picChg chg="add del mod">
          <ac:chgData name="Shai Tayar" userId="1e15f6ca-cc0d-4d95-81c3-357e27a35b18" providerId="ADAL" clId="{61B266A4-308B-41F3-809A-8DC332A6B189}" dt="2025-02-09T08:38:23.667" v="12771" actId="478"/>
          <ac:picMkLst>
            <pc:docMk/>
            <pc:sldMk cId="402551603" sldId="428"/>
            <ac:picMk id="7" creationId="{DF36711F-750F-291A-CA1E-A432D366AF39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9" creationId="{0D372BC3-3CE5-E17F-5D69-AC229F8A54F0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10" creationId="{0A66C41E-21AF-B398-EE18-477F7D443E02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11" creationId="{3CCAE59F-FB10-1621-9C7D-AC9A5406395F}"/>
          </ac:picMkLst>
        </pc:picChg>
        <pc:picChg chg="add mod">
          <ac:chgData name="Shai Tayar" userId="1e15f6ca-cc0d-4d95-81c3-357e27a35b18" providerId="ADAL" clId="{61B266A4-308B-41F3-809A-8DC332A6B189}" dt="2025-02-09T08:40:07.766" v="12814" actId="1036"/>
          <ac:picMkLst>
            <pc:docMk/>
            <pc:sldMk cId="402551603" sldId="428"/>
            <ac:picMk id="12" creationId="{FB47166A-D459-0F1B-03C8-4E61B3FF6F2D}"/>
          </ac:picMkLst>
        </pc:picChg>
      </pc:sldChg>
      <pc:sldChg chg="addSp delSp modSp mod modNotesTx">
        <pc:chgData name="Shai Tayar" userId="1e15f6ca-cc0d-4d95-81c3-357e27a35b18" providerId="ADAL" clId="{61B266A4-308B-41F3-809A-8DC332A6B189}" dt="2025-02-07T09:29:54.122" v="5915" actId="20577"/>
        <pc:sldMkLst>
          <pc:docMk/>
          <pc:sldMk cId="2660835580" sldId="429"/>
        </pc:sldMkLst>
        <pc:spChg chg="ord">
          <ac:chgData name="Shai Tayar" userId="1e15f6ca-cc0d-4d95-81c3-357e27a35b18" providerId="ADAL" clId="{61B266A4-308B-41F3-809A-8DC332A6B189}" dt="2025-01-28T10:48:23.120" v="2483" actId="170"/>
          <ac:spMkLst>
            <pc:docMk/>
            <pc:sldMk cId="2660835580" sldId="429"/>
            <ac:spMk id="5" creationId="{A065746A-364F-31C9-FF42-E2E0ED29AF67}"/>
          </ac:spMkLst>
        </pc:spChg>
        <pc:picChg chg="add mod">
          <ac:chgData name="Shai Tayar" userId="1e15f6ca-cc0d-4d95-81c3-357e27a35b18" providerId="ADAL" clId="{61B266A4-308B-41F3-809A-8DC332A6B189}" dt="2025-01-29T20:48:57.570" v="2789" actId="29295"/>
          <ac:picMkLst>
            <pc:docMk/>
            <pc:sldMk cId="2660835580" sldId="429"/>
            <ac:picMk id="3" creationId="{7E2BF996-0180-A1F1-16F2-DC4C5D8BB3B1}"/>
          </ac:picMkLst>
        </pc:picChg>
      </pc:sldChg>
      <pc:sldChg chg="addSp delSp modSp del mod ord modShow">
        <pc:chgData name="Shai Tayar" userId="1e15f6ca-cc0d-4d95-81c3-357e27a35b18" providerId="ADAL" clId="{61B266A4-308B-41F3-809A-8DC332A6B189}" dt="2025-02-04T20:14:12.811" v="4480" actId="47"/>
        <pc:sldMkLst>
          <pc:docMk/>
          <pc:sldMk cId="1958972276" sldId="430"/>
        </pc:sldMkLst>
      </pc:sldChg>
      <pc:sldChg chg="addSp delSp modSp mod modNotesTx">
        <pc:chgData name="Shai Tayar" userId="1e15f6ca-cc0d-4d95-81c3-357e27a35b18" providerId="ADAL" clId="{61B266A4-308B-41F3-809A-8DC332A6B189}" dt="2025-02-09T14:33:59.167" v="17844" actId="1038"/>
        <pc:sldMkLst>
          <pc:docMk/>
          <pc:sldMk cId="1100819483" sldId="431"/>
        </pc:sldMkLst>
        <pc:spChg chg="mod">
          <ac:chgData name="Shai Tayar" userId="1e15f6ca-cc0d-4d95-81c3-357e27a35b18" providerId="ADAL" clId="{61B266A4-308B-41F3-809A-8DC332A6B189}" dt="2025-01-29T20:50:01.191" v="2791" actId="313"/>
          <ac:spMkLst>
            <pc:docMk/>
            <pc:sldMk cId="1100819483" sldId="431"/>
            <ac:spMk id="3" creationId="{6B6CC1E1-C984-B6D1-FC72-4024515FE802}"/>
          </ac:spMkLst>
        </pc:spChg>
        <pc:spChg chg="add del mod">
          <ac:chgData name="Shai Tayar" userId="1e15f6ca-cc0d-4d95-81c3-357e27a35b18" providerId="ADAL" clId="{61B266A4-308B-41F3-809A-8DC332A6B189}" dt="2025-02-09T11:00:20.853" v="17734"/>
          <ac:spMkLst>
            <pc:docMk/>
            <pc:sldMk cId="1100819483" sldId="431"/>
            <ac:spMk id="5" creationId="{09C7F552-BB1E-DDA8-4A97-A776DABE42CF}"/>
          </ac:spMkLst>
        </pc:spChg>
        <pc:graphicFrameChg chg="add mod modGraphic">
          <ac:chgData name="Shai Tayar" userId="1e15f6ca-cc0d-4d95-81c3-357e27a35b18" providerId="ADAL" clId="{61B266A4-308B-41F3-809A-8DC332A6B189}" dt="2025-02-09T14:33:59.167" v="17844" actId="1038"/>
          <ac:graphicFrameMkLst>
            <pc:docMk/>
            <pc:sldMk cId="1100819483" sldId="431"/>
            <ac:graphicFrameMk id="6" creationId="{47E0669C-BCA0-14A1-221B-80C80DB9BC65}"/>
          </ac:graphicFrameMkLst>
        </pc:graphicFrameChg>
        <pc:graphicFrameChg chg="add del mod modGraphic">
          <ac:chgData name="Shai Tayar" userId="1e15f6ca-cc0d-4d95-81c3-357e27a35b18" providerId="ADAL" clId="{61B266A4-308B-41F3-809A-8DC332A6B189}" dt="2025-02-09T11:02:04.606" v="17755" actId="478"/>
          <ac:graphicFrameMkLst>
            <pc:docMk/>
            <pc:sldMk cId="1100819483" sldId="431"/>
            <ac:graphicFrameMk id="6" creationId="{A00822FE-6250-2E4F-CEE1-B19712008741}"/>
          </ac:graphicFrameMkLst>
        </pc:graphicFrameChg>
        <pc:graphicFrameChg chg="add mod">
          <ac:chgData name="Shai Tayar" userId="1e15f6ca-cc0d-4d95-81c3-357e27a35b18" providerId="ADAL" clId="{61B266A4-308B-41F3-809A-8DC332A6B189}" dt="2025-02-09T11:01:09.676" v="17751"/>
          <ac:graphicFrameMkLst>
            <pc:docMk/>
            <pc:sldMk cId="1100819483" sldId="431"/>
            <ac:graphicFrameMk id="7" creationId="{8494D0B9-0FBB-AAB6-421C-40AE13E6DFAF}"/>
          </ac:graphicFrameMkLst>
        </pc:graphicFrameChg>
        <pc:picChg chg="add mod">
          <ac:chgData name="Shai Tayar" userId="1e15f6ca-cc0d-4d95-81c3-357e27a35b18" providerId="ADAL" clId="{61B266A4-308B-41F3-809A-8DC332A6B189}" dt="2025-02-09T14:30:56.367" v="17771" actId="1076"/>
          <ac:picMkLst>
            <pc:docMk/>
            <pc:sldMk cId="1100819483" sldId="431"/>
            <ac:picMk id="5" creationId="{1AE41A56-FBCB-5766-CC16-C41C635DB2CC}"/>
          </ac:picMkLst>
        </pc:picChg>
      </pc:sldChg>
      <pc:sldChg chg="addSp delSp modSp del mod modNotesTx">
        <pc:chgData name="Shai Tayar" userId="1e15f6ca-cc0d-4d95-81c3-357e27a35b18" providerId="ADAL" clId="{61B266A4-308B-41F3-809A-8DC332A6B189}" dt="2025-02-09T15:30:15.982" v="19770" actId="47"/>
        <pc:sldMkLst>
          <pc:docMk/>
          <pc:sldMk cId="3955558079" sldId="432"/>
        </pc:sldMkLst>
        <pc:spChg chg="add">
          <ac:chgData name="Shai Tayar" userId="1e15f6ca-cc0d-4d95-81c3-357e27a35b18" providerId="ADAL" clId="{61B266A4-308B-41F3-809A-8DC332A6B189}" dt="2025-02-09T15:15:52.137" v="19378"/>
          <ac:spMkLst>
            <pc:docMk/>
            <pc:sldMk cId="3955558079" sldId="432"/>
            <ac:spMk id="4" creationId="{1DB82A33-6AF5-A9CF-B3B6-E6E59F867E75}"/>
          </ac:spMkLst>
        </pc:spChg>
        <pc:spChg chg="add mod">
          <ac:chgData name="Shai Tayar" userId="1e15f6ca-cc0d-4d95-81c3-357e27a35b18" providerId="ADAL" clId="{61B266A4-308B-41F3-809A-8DC332A6B189}" dt="2025-02-09T15:15:55.525" v="19381"/>
          <ac:spMkLst>
            <pc:docMk/>
            <pc:sldMk cId="3955558079" sldId="432"/>
            <ac:spMk id="5" creationId="{8101E0BE-BCA7-9F1E-0464-FBE570C5C74F}"/>
          </ac:spMkLst>
        </pc:spChg>
        <pc:spChg chg="add">
          <ac:chgData name="Shai Tayar" userId="1e15f6ca-cc0d-4d95-81c3-357e27a35b18" providerId="ADAL" clId="{61B266A4-308B-41F3-809A-8DC332A6B189}" dt="2025-02-09T15:18:22.608" v="19469"/>
          <ac:spMkLst>
            <pc:docMk/>
            <pc:sldMk cId="3955558079" sldId="432"/>
            <ac:spMk id="6" creationId="{24A14151-C584-0F0F-C5AC-27C688501847}"/>
          </ac:spMkLst>
        </pc:spChg>
        <pc:spChg chg="add del mod">
          <ac:chgData name="Shai Tayar" userId="1e15f6ca-cc0d-4d95-81c3-357e27a35b18" providerId="ADAL" clId="{61B266A4-308B-41F3-809A-8DC332A6B189}" dt="2025-02-09T15:28:06.757" v="19601" actId="20577"/>
          <ac:spMkLst>
            <pc:docMk/>
            <pc:sldMk cId="3955558079" sldId="432"/>
            <ac:spMk id="7" creationId="{D72BA69A-FD09-207A-068F-0DD185B51348}"/>
          </ac:spMkLst>
        </pc:spChg>
      </pc:sldChg>
      <pc:sldChg chg="addSp modSp mod modNotesTx">
        <pc:chgData name="Shai Tayar" userId="1e15f6ca-cc0d-4d95-81c3-357e27a35b18" providerId="ADAL" clId="{61B266A4-308B-41F3-809A-8DC332A6B189}" dt="2025-02-09T08:54:30.810" v="14738" actId="20577"/>
        <pc:sldMkLst>
          <pc:docMk/>
          <pc:sldMk cId="1278125266" sldId="433"/>
        </pc:sldMkLst>
        <pc:spChg chg="mod">
          <ac:chgData name="Shai Tayar" userId="1e15f6ca-cc0d-4d95-81c3-357e27a35b18" providerId="ADAL" clId="{61B266A4-308B-41F3-809A-8DC332A6B189}" dt="2025-01-29T21:21:22.930" v="3982" actId="404"/>
          <ac:spMkLst>
            <pc:docMk/>
            <pc:sldMk cId="1278125266" sldId="433"/>
            <ac:spMk id="7" creationId="{2069F4F4-D03E-A33E-676D-AA22C68CB29D}"/>
          </ac:spMkLst>
        </pc:spChg>
        <pc:picChg chg="add mod modCrop">
          <ac:chgData name="Shai Tayar" userId="1e15f6ca-cc0d-4d95-81c3-357e27a35b18" providerId="ADAL" clId="{61B266A4-308B-41F3-809A-8DC332A6B189}" dt="2025-01-29T21:21:31.074" v="3985" actId="1076"/>
          <ac:picMkLst>
            <pc:docMk/>
            <pc:sldMk cId="1278125266" sldId="433"/>
            <ac:picMk id="4" creationId="{00D0C226-7FCF-AD72-97BD-15AC5A16CE6F}"/>
          </ac:picMkLst>
        </pc:picChg>
      </pc:sldChg>
      <pc:sldChg chg="modSp mod modNotesTx">
        <pc:chgData name="Shai Tayar" userId="1e15f6ca-cc0d-4d95-81c3-357e27a35b18" providerId="ADAL" clId="{61B266A4-308B-41F3-809A-8DC332A6B189}" dt="2025-02-09T07:52:53.744" v="6861" actId="20577"/>
        <pc:sldMkLst>
          <pc:docMk/>
          <pc:sldMk cId="3626566390" sldId="434"/>
        </pc:sldMkLst>
        <pc:spChg chg="mod">
          <ac:chgData name="Shai Tayar" userId="1e15f6ca-cc0d-4d95-81c3-357e27a35b18" providerId="ADAL" clId="{61B266A4-308B-41F3-809A-8DC332A6B189}" dt="2025-01-28T09:05:26.863" v="861" actId="313"/>
          <ac:spMkLst>
            <pc:docMk/>
            <pc:sldMk cId="3626566390" sldId="434"/>
            <ac:spMk id="3" creationId="{23EFE42C-5F7B-7963-6D3D-CA1D8A734A38}"/>
          </ac:spMkLst>
        </pc:spChg>
        <pc:spChg chg="mod">
          <ac:chgData name="Shai Tayar" userId="1e15f6ca-cc0d-4d95-81c3-357e27a35b18" providerId="ADAL" clId="{61B266A4-308B-41F3-809A-8DC332A6B189}" dt="2025-01-30T06:05:53.280" v="4361" actId="20577"/>
          <ac:spMkLst>
            <pc:docMk/>
            <pc:sldMk cId="3626566390" sldId="434"/>
            <ac:spMk id="7" creationId="{F8D495F0-BA60-8F67-6B57-56FFE358C526}"/>
          </ac:spMkLst>
        </pc:spChg>
      </pc:sldChg>
      <pc:sldChg chg="addSp delSp modSp mod modNotesTx">
        <pc:chgData name="Shai Tayar" userId="1e15f6ca-cc0d-4d95-81c3-357e27a35b18" providerId="ADAL" clId="{61B266A4-308B-41F3-809A-8DC332A6B189}" dt="2025-02-09T09:32:48.946" v="16833" actId="20577"/>
        <pc:sldMkLst>
          <pc:docMk/>
          <pc:sldMk cId="2416015223" sldId="435"/>
        </pc:sldMkLst>
        <pc:spChg chg="mod">
          <ac:chgData name="Shai Tayar" userId="1e15f6ca-cc0d-4d95-81c3-357e27a35b18" providerId="ADAL" clId="{61B266A4-308B-41F3-809A-8DC332A6B189}" dt="2025-02-07T08:31:17.414" v="5105" actId="20577"/>
          <ac:spMkLst>
            <pc:docMk/>
            <pc:sldMk cId="2416015223" sldId="435"/>
            <ac:spMk id="3" creationId="{83D82B4A-84FF-EEE8-A672-33940A315D10}"/>
          </ac:spMkLst>
        </pc:spChg>
        <pc:spChg chg="add mod">
          <ac:chgData name="Shai Tayar" userId="1e15f6ca-cc0d-4d95-81c3-357e27a35b18" providerId="ADAL" clId="{61B266A4-308B-41F3-809A-8DC332A6B189}" dt="2025-02-07T08:27:19.890" v="5006" actId="20577"/>
          <ac:spMkLst>
            <pc:docMk/>
            <pc:sldMk cId="2416015223" sldId="435"/>
            <ac:spMk id="4" creationId="{B1539958-82D6-162E-D845-BE8FB06FDCFA}"/>
          </ac:spMkLst>
        </pc:spChg>
        <pc:spChg chg="add mod">
          <ac:chgData name="Shai Tayar" userId="1e15f6ca-cc0d-4d95-81c3-357e27a35b18" providerId="ADAL" clId="{61B266A4-308B-41F3-809A-8DC332A6B189}" dt="2025-01-29T21:14:37.969" v="3896" actId="20577"/>
          <ac:spMkLst>
            <pc:docMk/>
            <pc:sldMk cId="2416015223" sldId="435"/>
            <ac:spMk id="6" creationId="{176C0915-7FA5-10D2-B27C-C0E399437270}"/>
          </ac:spMkLst>
        </pc:spChg>
        <pc:graphicFrameChg chg="add del mod modGraphic">
          <ac:chgData name="Shai Tayar" userId="1e15f6ca-cc0d-4d95-81c3-357e27a35b18" providerId="ADAL" clId="{61B266A4-308B-41F3-809A-8DC332A6B189}" dt="2025-02-09T08:06:08.730" v="8385" actId="27309"/>
          <ac:graphicFrameMkLst>
            <pc:docMk/>
            <pc:sldMk cId="2416015223" sldId="435"/>
            <ac:graphicFrameMk id="12" creationId="{86A8119C-D28E-8460-820A-DC58023939EE}"/>
          </ac:graphicFrameMkLst>
        </pc:graphicFrameChg>
        <pc:graphicFrameChg chg="add mod modGraphic">
          <ac:chgData name="Shai Tayar" userId="1e15f6ca-cc0d-4d95-81c3-357e27a35b18" providerId="ADAL" clId="{61B266A4-308B-41F3-809A-8DC332A6B189}" dt="2025-02-09T08:07:14.566" v="8414" actId="1076"/>
          <ac:graphicFrameMkLst>
            <pc:docMk/>
            <pc:sldMk cId="2416015223" sldId="435"/>
            <ac:graphicFrameMk id="14" creationId="{6138A779-D93C-AEAC-4E55-6D6006BBC853}"/>
          </ac:graphicFrameMkLst>
        </pc:graphicFrameChg>
        <pc:picChg chg="mod">
          <ac:chgData name="Shai Tayar" userId="1e15f6ca-cc0d-4d95-81c3-357e27a35b18" providerId="ADAL" clId="{61B266A4-308B-41F3-809A-8DC332A6B189}" dt="2025-02-09T08:07:22.266" v="8415" actId="3626"/>
          <ac:picMkLst>
            <pc:docMk/>
            <pc:sldMk cId="2416015223" sldId="435"/>
            <ac:picMk id="2" creationId="{A689C00B-D311-0C32-BA54-D63559A7CDDA}"/>
          </ac:picMkLst>
        </pc:picChg>
        <pc:picChg chg="add del mod">
          <ac:chgData name="Shai Tayar" userId="1e15f6ca-cc0d-4d95-81c3-357e27a35b18" providerId="ADAL" clId="{61B266A4-308B-41F3-809A-8DC332A6B189}" dt="2025-02-09T07:58:44.018" v="7685" actId="21"/>
          <ac:picMkLst>
            <pc:docMk/>
            <pc:sldMk cId="2416015223" sldId="435"/>
            <ac:picMk id="10" creationId="{73FD63D4-75E1-3B7A-033E-487028F2B1CA}"/>
          </ac:picMkLst>
        </pc:picChg>
      </pc:sldChg>
      <pc:sldChg chg="addSp modSp mod ord modNotesTx">
        <pc:chgData name="Shai Tayar" userId="1e15f6ca-cc0d-4d95-81c3-357e27a35b18" providerId="ADAL" clId="{61B266A4-308B-41F3-809A-8DC332A6B189}" dt="2025-02-09T08:15:59.166" v="9563" actId="20577"/>
        <pc:sldMkLst>
          <pc:docMk/>
          <pc:sldMk cId="2284711158" sldId="436"/>
        </pc:sldMkLst>
        <pc:spChg chg="add mod">
          <ac:chgData name="Shai Tayar" userId="1e15f6ca-cc0d-4d95-81c3-357e27a35b18" providerId="ADAL" clId="{61B266A4-308B-41F3-809A-8DC332A6B189}" dt="2025-01-29T21:12:09.661" v="3694" actId="1076"/>
          <ac:spMkLst>
            <pc:docMk/>
            <pc:sldMk cId="2284711158" sldId="436"/>
            <ac:spMk id="5" creationId="{BF0F7F86-4D38-9B9F-3762-9D4009ADAA86}"/>
          </ac:spMkLst>
        </pc:spChg>
      </pc:sldChg>
      <pc:sldChg chg="addSp modSp mod modNotesTx">
        <pc:chgData name="Shai Tayar" userId="1e15f6ca-cc0d-4d95-81c3-357e27a35b18" providerId="ADAL" clId="{61B266A4-308B-41F3-809A-8DC332A6B189}" dt="2025-02-09T08:10:32.201" v="8957" actId="20577"/>
        <pc:sldMkLst>
          <pc:docMk/>
          <pc:sldMk cId="1217973409" sldId="437"/>
        </pc:sldMkLst>
        <pc:spChg chg="add mod">
          <ac:chgData name="Shai Tayar" userId="1e15f6ca-cc0d-4d95-81c3-357e27a35b18" providerId="ADAL" clId="{61B266A4-308B-41F3-809A-8DC332A6B189}" dt="2025-01-29T21:08:46.238" v="3252" actId="14100"/>
          <ac:spMkLst>
            <pc:docMk/>
            <pc:sldMk cId="1217973409" sldId="437"/>
            <ac:spMk id="4" creationId="{C61F0ABA-3423-65EC-0D88-B2CCF8599952}"/>
          </ac:spMkLst>
        </pc:spChg>
      </pc:sldChg>
      <pc:sldChg chg="addSp modSp mod modNotesTx">
        <pc:chgData name="Shai Tayar" userId="1e15f6ca-cc0d-4d95-81c3-357e27a35b18" providerId="ADAL" clId="{61B266A4-308B-41F3-809A-8DC332A6B189}" dt="2025-02-09T09:34:01.064" v="16846" actId="20577"/>
        <pc:sldMkLst>
          <pc:docMk/>
          <pc:sldMk cId="4057104165" sldId="438"/>
        </pc:sldMkLst>
        <pc:spChg chg="add mod">
          <ac:chgData name="Shai Tayar" userId="1e15f6ca-cc0d-4d95-81c3-357e27a35b18" providerId="ADAL" clId="{61B266A4-308B-41F3-809A-8DC332A6B189}" dt="2025-01-29T21:11:08.388" v="3534" actId="403"/>
          <ac:spMkLst>
            <pc:docMk/>
            <pc:sldMk cId="4057104165" sldId="438"/>
            <ac:spMk id="5" creationId="{BA97F3FE-EE27-03CC-2EEE-EC5982CD17C9}"/>
          </ac:spMkLst>
        </pc:spChg>
      </pc:sldChg>
      <pc:sldChg chg="modNotesTx">
        <pc:chgData name="Shai Tayar" userId="1e15f6ca-cc0d-4d95-81c3-357e27a35b18" providerId="ADAL" clId="{61B266A4-308B-41F3-809A-8DC332A6B189}" dt="2025-02-09T09:34:27.534" v="16867" actId="20577"/>
        <pc:sldMkLst>
          <pc:docMk/>
          <pc:sldMk cId="2858254801" sldId="439"/>
        </pc:sldMkLst>
      </pc:sldChg>
      <pc:sldChg chg="addSp delSp modSp mod modNotesTx">
        <pc:chgData name="Shai Tayar" userId="1e15f6ca-cc0d-4d95-81c3-357e27a35b18" providerId="ADAL" clId="{61B266A4-308B-41F3-809A-8DC332A6B189}" dt="2025-02-09T14:52:48.832" v="18525" actId="20577"/>
        <pc:sldMkLst>
          <pc:docMk/>
          <pc:sldMk cId="3642055240" sldId="440"/>
        </pc:sldMkLst>
        <pc:spChg chg="mod">
          <ac:chgData name="Shai Tayar" userId="1e15f6ca-cc0d-4d95-81c3-357e27a35b18" providerId="ADAL" clId="{61B266A4-308B-41F3-809A-8DC332A6B189}" dt="2025-02-09T14:52:48.832" v="18525" actId="20577"/>
          <ac:spMkLst>
            <pc:docMk/>
            <pc:sldMk cId="3642055240" sldId="440"/>
            <ac:spMk id="7" creationId="{6C5F2621-0059-D7A4-5CEB-7A60822721AE}"/>
          </ac:spMkLst>
        </pc:spChg>
        <pc:picChg chg="add mod modCrop">
          <ac:chgData name="Shai Tayar" userId="1e15f6ca-cc0d-4d95-81c3-357e27a35b18" providerId="ADAL" clId="{61B266A4-308B-41F3-809A-8DC332A6B189}" dt="2025-02-09T14:50:22.410" v="18407" actId="1076"/>
          <ac:picMkLst>
            <pc:docMk/>
            <pc:sldMk cId="3642055240" sldId="440"/>
            <ac:picMk id="5" creationId="{A46CAB62-5BF0-A2D6-FF05-104EDAB5634A}"/>
          </ac:picMkLst>
        </pc:picChg>
      </pc:sldChg>
      <pc:sldChg chg="modSp mod modNotesTx">
        <pc:chgData name="Shai Tayar" userId="1e15f6ca-cc0d-4d95-81c3-357e27a35b18" providerId="ADAL" clId="{61B266A4-308B-41F3-809A-8DC332A6B189}" dt="2025-02-07T09:13:33.073" v="5781" actId="1037"/>
        <pc:sldMkLst>
          <pc:docMk/>
          <pc:sldMk cId="1251346758" sldId="441"/>
        </pc:sldMkLst>
        <pc:spChg chg="mod">
          <ac:chgData name="Shai Tayar" userId="1e15f6ca-cc0d-4d95-81c3-357e27a35b18" providerId="ADAL" clId="{61B266A4-308B-41F3-809A-8DC332A6B189}" dt="2025-01-28T09:06:28.771" v="880" actId="1076"/>
          <ac:spMkLst>
            <pc:docMk/>
            <pc:sldMk cId="1251346758" sldId="441"/>
            <ac:spMk id="5" creationId="{1BDD4DE4-EA95-D5F4-EB03-E0D653AD84E6}"/>
          </ac:spMkLst>
        </pc:spChg>
        <pc:spChg chg="mod">
          <ac:chgData name="Shai Tayar" userId="1e15f6ca-cc0d-4d95-81c3-357e27a35b18" providerId="ADAL" clId="{61B266A4-308B-41F3-809A-8DC332A6B189}" dt="2025-02-07T09:13:33.073" v="5781" actId="1037"/>
          <ac:spMkLst>
            <pc:docMk/>
            <pc:sldMk cId="1251346758" sldId="441"/>
            <ac:spMk id="7" creationId="{B3F837F1-D9B9-7659-2097-CE93C94F8E9C}"/>
          </ac:spMkLst>
        </pc:spChg>
      </pc:sldChg>
      <pc:sldChg chg="addSp delSp modSp mod modNotesTx">
        <pc:chgData name="Shai Tayar" userId="1e15f6ca-cc0d-4d95-81c3-357e27a35b18" providerId="ADAL" clId="{61B266A4-308B-41F3-809A-8DC332A6B189}" dt="2025-02-09T09:58:05.948" v="17679" actId="20577"/>
        <pc:sldMkLst>
          <pc:docMk/>
          <pc:sldMk cId="3336101629" sldId="443"/>
        </pc:sldMkLst>
        <pc:spChg chg="mod">
          <ac:chgData name="Shai Tayar" userId="1e15f6ca-cc0d-4d95-81c3-357e27a35b18" providerId="ADAL" clId="{61B266A4-308B-41F3-809A-8DC332A6B189}" dt="2025-01-29T20:54:12.585" v="2812" actId="2711"/>
          <ac:spMkLst>
            <pc:docMk/>
            <pc:sldMk cId="3336101629" sldId="443"/>
            <ac:spMk id="2" creationId="{DF7AD450-64D5-7F08-FC3F-6E6497BE711A}"/>
          </ac:spMkLst>
        </pc:spChg>
        <pc:spChg chg="mod">
          <ac:chgData name="Shai Tayar" userId="1e15f6ca-cc0d-4d95-81c3-357e27a35b18" providerId="ADAL" clId="{61B266A4-308B-41F3-809A-8DC332A6B189}" dt="2025-01-29T20:54:12.585" v="2812" actId="2711"/>
          <ac:spMkLst>
            <pc:docMk/>
            <pc:sldMk cId="3336101629" sldId="443"/>
            <ac:spMk id="10" creationId="{7BF7B967-5930-1EBA-0276-4D986AD0D260}"/>
          </ac:spMkLst>
        </pc:spChg>
        <pc:spChg chg="mod">
          <ac:chgData name="Shai Tayar" userId="1e15f6ca-cc0d-4d95-81c3-357e27a35b18" providerId="ADAL" clId="{61B266A4-308B-41F3-809A-8DC332A6B189}" dt="2025-01-29T20:54:12.585" v="2812" actId="2711"/>
          <ac:spMkLst>
            <pc:docMk/>
            <pc:sldMk cId="3336101629" sldId="443"/>
            <ac:spMk id="12" creationId="{B18E519B-FA65-4D45-3B74-FCDFACEEFD24}"/>
          </ac:spMkLst>
        </pc:spChg>
        <pc:spChg chg="mod">
          <ac:chgData name="Shai Tayar" userId="1e15f6ca-cc0d-4d95-81c3-357e27a35b18" providerId="ADAL" clId="{61B266A4-308B-41F3-809A-8DC332A6B189}" dt="2025-01-29T20:54:12.585" v="2812" actId="2711"/>
          <ac:spMkLst>
            <pc:docMk/>
            <pc:sldMk cId="3336101629" sldId="443"/>
            <ac:spMk id="14" creationId="{C96E2B90-91FC-6A84-3359-327C37C22020}"/>
          </ac:spMkLst>
        </pc:spChg>
        <pc:spChg chg="mod">
          <ac:chgData name="Shai Tayar" userId="1e15f6ca-cc0d-4d95-81c3-357e27a35b18" providerId="ADAL" clId="{61B266A4-308B-41F3-809A-8DC332A6B189}" dt="2025-01-29T20:54:12.585" v="2812" actId="2711"/>
          <ac:spMkLst>
            <pc:docMk/>
            <pc:sldMk cId="3336101629" sldId="443"/>
            <ac:spMk id="16" creationId="{2101FBC8-371A-A4FB-A35D-5F166CAFA01B}"/>
          </ac:spMkLst>
        </pc:spChg>
        <pc:spChg chg="mod">
          <ac:chgData name="Shai Tayar" userId="1e15f6ca-cc0d-4d95-81c3-357e27a35b18" providerId="ADAL" clId="{61B266A4-308B-41F3-809A-8DC332A6B189}" dt="2025-02-07T08:15:54.295" v="4757" actId="20577"/>
          <ac:spMkLst>
            <pc:docMk/>
            <pc:sldMk cId="3336101629" sldId="443"/>
            <ac:spMk id="18" creationId="{3450951D-D519-D350-0C75-426F2E70D71A}"/>
          </ac:spMkLst>
        </pc:spChg>
        <pc:spChg chg="mod">
          <ac:chgData name="Shai Tayar" userId="1e15f6ca-cc0d-4d95-81c3-357e27a35b18" providerId="ADAL" clId="{61B266A4-308B-41F3-809A-8DC332A6B189}" dt="2025-02-07T08:15:57.985" v="4767" actId="20577"/>
          <ac:spMkLst>
            <pc:docMk/>
            <pc:sldMk cId="3336101629" sldId="443"/>
            <ac:spMk id="20" creationId="{AA5A529B-3FBC-AD8F-9CDF-527DC7FF0937}"/>
          </ac:spMkLst>
        </pc:spChg>
        <pc:spChg chg="mod">
          <ac:chgData name="Shai Tayar" userId="1e15f6ca-cc0d-4d95-81c3-357e27a35b18" providerId="ADAL" clId="{61B266A4-308B-41F3-809A-8DC332A6B189}" dt="2025-01-29T20:54:12.585" v="2812" actId="2711"/>
          <ac:spMkLst>
            <pc:docMk/>
            <pc:sldMk cId="3336101629" sldId="443"/>
            <ac:spMk id="35" creationId="{AA265D1C-F38D-3235-7BE5-17369828E8E7}"/>
          </ac:spMkLst>
        </pc:spChg>
        <pc:spChg chg="mod">
          <ac:chgData name="Shai Tayar" userId="1e15f6ca-cc0d-4d95-81c3-357e27a35b18" providerId="ADAL" clId="{61B266A4-308B-41F3-809A-8DC332A6B189}" dt="2025-02-07T08:16:00.036" v="4768" actId="20577"/>
          <ac:spMkLst>
            <pc:docMk/>
            <pc:sldMk cId="3336101629" sldId="443"/>
            <ac:spMk id="38" creationId="{948534A0-B737-85E2-8B08-D1B65B3F54AD}"/>
          </ac:spMkLst>
        </pc:spChg>
        <pc:spChg chg="mod">
          <ac:chgData name="Shai Tayar" userId="1e15f6ca-cc0d-4d95-81c3-357e27a35b18" providerId="ADAL" clId="{61B266A4-308B-41F3-809A-8DC332A6B189}" dt="2025-01-29T20:54:58.801" v="2831" actId="20577"/>
          <ac:spMkLst>
            <pc:docMk/>
            <pc:sldMk cId="3336101629" sldId="443"/>
            <ac:spMk id="39" creationId="{B951CDA9-66EE-D793-88F8-0351D5ADE668}"/>
          </ac:spMkLst>
        </pc:spChg>
        <pc:spChg chg="add del mod">
          <ac:chgData name="Shai Tayar" userId="1e15f6ca-cc0d-4d95-81c3-357e27a35b18" providerId="ADAL" clId="{61B266A4-308B-41F3-809A-8DC332A6B189}" dt="2025-01-29T20:54:51.791" v="2829" actId="20577"/>
          <ac:spMkLst>
            <pc:docMk/>
            <pc:sldMk cId="3336101629" sldId="443"/>
            <ac:spMk id="40" creationId="{CAAB15DC-815B-5967-0FDB-4A8E8AC547B9}"/>
          </ac:spMkLst>
        </pc:spChg>
        <pc:spChg chg="mod">
          <ac:chgData name="Shai Tayar" userId="1e15f6ca-cc0d-4d95-81c3-357e27a35b18" providerId="ADAL" clId="{61B266A4-308B-41F3-809A-8DC332A6B189}" dt="2025-01-29T20:54:46.525" v="2826" actId="20577"/>
          <ac:spMkLst>
            <pc:docMk/>
            <pc:sldMk cId="3336101629" sldId="443"/>
            <ac:spMk id="41" creationId="{0A27FB2A-F1EA-E336-3CB6-8370963FA70B}"/>
          </ac:spMkLst>
        </pc:spChg>
        <pc:spChg chg="mod">
          <ac:chgData name="Shai Tayar" userId="1e15f6ca-cc0d-4d95-81c3-357e27a35b18" providerId="ADAL" clId="{61B266A4-308B-41F3-809A-8DC332A6B189}" dt="2025-01-29T20:54:43.874" v="2824" actId="20577"/>
          <ac:spMkLst>
            <pc:docMk/>
            <pc:sldMk cId="3336101629" sldId="443"/>
            <ac:spMk id="42" creationId="{A77998AB-3BD6-D080-1A31-2D117C78FC55}"/>
          </ac:spMkLst>
        </pc:spChg>
        <pc:spChg chg="mod">
          <ac:chgData name="Shai Tayar" userId="1e15f6ca-cc0d-4d95-81c3-357e27a35b18" providerId="ADAL" clId="{61B266A4-308B-41F3-809A-8DC332A6B189}" dt="2025-01-29T20:54:25.480" v="2813" actId="2711"/>
          <ac:spMkLst>
            <pc:docMk/>
            <pc:sldMk cId="3336101629" sldId="443"/>
            <ac:spMk id="45" creationId="{DCA2D5BF-C6B8-AF22-5E67-49CFE7AE55DA}"/>
          </ac:spMkLst>
        </pc:spChg>
        <pc:spChg chg="mod">
          <ac:chgData name="Shai Tayar" userId="1e15f6ca-cc0d-4d95-81c3-357e27a35b18" providerId="ADAL" clId="{61B266A4-308B-41F3-809A-8DC332A6B189}" dt="2025-02-09T08:39:47.163" v="12802" actId="20577"/>
          <ac:spMkLst>
            <pc:docMk/>
            <pc:sldMk cId="3336101629" sldId="443"/>
            <ac:spMk id="46" creationId="{2B57E85D-F76E-8429-CFB3-0F2EFCD8B1FB}"/>
          </ac:spMkLst>
        </pc:spChg>
        <pc:spChg chg="mod">
          <ac:chgData name="Shai Tayar" userId="1e15f6ca-cc0d-4d95-81c3-357e27a35b18" providerId="ADAL" clId="{61B266A4-308B-41F3-809A-8DC332A6B189}" dt="2025-02-09T08:39:49.407" v="12804" actId="20577"/>
          <ac:spMkLst>
            <pc:docMk/>
            <pc:sldMk cId="3336101629" sldId="443"/>
            <ac:spMk id="47" creationId="{DAD69BAE-DD74-5741-7868-03BD9BF921E8}"/>
          </ac:spMkLst>
        </pc:spChg>
      </pc:sldChg>
      <pc:sldChg chg="addSp delSp modSp add del mod ord">
        <pc:chgData name="Shai Tayar" userId="1e15f6ca-cc0d-4d95-81c3-357e27a35b18" providerId="ADAL" clId="{61B266A4-308B-41F3-809A-8DC332A6B189}" dt="2025-02-07T08:15:34.453" v="4746" actId="47"/>
        <pc:sldMkLst>
          <pc:docMk/>
          <pc:sldMk cId="3073534070" sldId="444"/>
        </pc:sldMkLst>
      </pc:sldChg>
      <pc:sldChg chg="modSp add mod modNotesTx">
        <pc:chgData name="Shai Tayar" userId="1e15f6ca-cc0d-4d95-81c3-357e27a35b18" providerId="ADAL" clId="{61B266A4-308B-41F3-809A-8DC332A6B189}" dt="2025-02-09T08:35:01.368" v="12444" actId="20577"/>
        <pc:sldMkLst>
          <pc:docMk/>
          <pc:sldMk cId="3117059277" sldId="445"/>
        </pc:sldMkLst>
        <pc:spChg chg="mod">
          <ac:chgData name="Shai Tayar" userId="1e15f6ca-cc0d-4d95-81c3-357e27a35b18" providerId="ADAL" clId="{61B266A4-308B-41F3-809A-8DC332A6B189}" dt="2025-01-28T09:56:41.503" v="1351" actId="20577"/>
          <ac:spMkLst>
            <pc:docMk/>
            <pc:sldMk cId="3117059277" sldId="445"/>
            <ac:spMk id="3" creationId="{2FB5A8B4-A450-D913-7222-3E5C5D6C22E1}"/>
          </ac:spMkLst>
        </pc:spChg>
        <pc:spChg chg="mod">
          <ac:chgData name="Shai Tayar" userId="1e15f6ca-cc0d-4d95-81c3-357e27a35b18" providerId="ADAL" clId="{61B266A4-308B-41F3-809A-8DC332A6B189}" dt="2025-01-29T21:20:35.895" v="3975" actId="2711"/>
          <ac:spMkLst>
            <pc:docMk/>
            <pc:sldMk cId="3117059277" sldId="445"/>
            <ac:spMk id="7" creationId="{48BAA558-B79C-A35C-B94F-8F2C728A1FD0}"/>
          </ac:spMkLst>
        </pc:spChg>
      </pc:sldChg>
      <pc:sldChg chg="addSp delSp modSp add mod modNotesTx">
        <pc:chgData name="Shai Tayar" userId="1e15f6ca-cc0d-4d95-81c3-357e27a35b18" providerId="ADAL" clId="{61B266A4-308B-41F3-809A-8DC332A6B189}" dt="2025-02-09T09:36:06.853" v="16920" actId="20577"/>
        <pc:sldMkLst>
          <pc:docMk/>
          <pc:sldMk cId="3177834618" sldId="446"/>
        </pc:sldMkLst>
        <pc:spChg chg="mod">
          <ac:chgData name="Shai Tayar" userId="1e15f6ca-cc0d-4d95-81c3-357e27a35b18" providerId="ADAL" clId="{61B266A4-308B-41F3-809A-8DC332A6B189}" dt="2025-01-28T08:46:41.204" v="433" actId="20577"/>
          <ac:spMkLst>
            <pc:docMk/>
            <pc:sldMk cId="3177834618" sldId="446"/>
            <ac:spMk id="3" creationId="{76AAB748-221C-35C5-436B-FD42D435E7CA}"/>
          </ac:spMkLst>
        </pc:sp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18" creationId="{F8E0D8A9-C6D6-A2C5-5279-C0324B88DC02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19" creationId="{19BFCEB3-FE93-48F4-A0BF-034FC7B5A2DA}"/>
          </ac:picMkLst>
        </pc:picChg>
        <pc:picChg chg="mod">
          <ac:chgData name="Shai Tayar" userId="1e15f6ca-cc0d-4d95-81c3-357e27a35b18" providerId="ADAL" clId="{61B266A4-308B-41F3-809A-8DC332A6B189}" dt="2025-01-28T08:49:27.223" v="516" actId="1076"/>
          <ac:picMkLst>
            <pc:docMk/>
            <pc:sldMk cId="3177834618" sldId="446"/>
            <ac:picMk id="20" creationId="{6648749D-63C6-D119-0901-C6EBB91FF6CA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21" creationId="{64097482-27CC-FE02-91DE-588CB6BCB0C4}"/>
          </ac:picMkLst>
        </pc:picChg>
        <pc:picChg chg="add mod">
          <ac:chgData name="Shai Tayar" userId="1e15f6ca-cc0d-4d95-81c3-357e27a35b18" providerId="ADAL" clId="{61B266A4-308B-41F3-809A-8DC332A6B189}" dt="2025-01-28T08:49:29.113" v="517" actId="1076"/>
          <ac:picMkLst>
            <pc:docMk/>
            <pc:sldMk cId="3177834618" sldId="446"/>
            <ac:picMk id="22" creationId="{D9FC8B2A-206A-137A-E3AA-211F177B792A}"/>
          </ac:picMkLst>
        </pc:picChg>
        <pc:picChg chg="mod">
          <ac:chgData name="Shai Tayar" userId="1e15f6ca-cc0d-4d95-81c3-357e27a35b18" providerId="ADAL" clId="{61B266A4-308B-41F3-809A-8DC332A6B189}" dt="2025-01-28T08:49:22.807" v="515" actId="1076"/>
          <ac:picMkLst>
            <pc:docMk/>
            <pc:sldMk cId="3177834618" sldId="446"/>
            <ac:picMk id="23" creationId="{CE302D27-AE01-D28A-0C9D-387B3D654490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24" creationId="{19057258-0301-A7C0-6881-702A6955D0D1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25" creationId="{74D67593-BCE2-0D4F-8578-C00D43E93A18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26" creationId="{2726123B-B365-C600-B793-A2F249BF0C57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27" creationId="{EC02203D-B197-3CF4-BA4E-1A0ACA1FFE15}"/>
          </ac:picMkLst>
        </pc:picChg>
        <pc:picChg chg="add mod">
          <ac:chgData name="Shai Tayar" userId="1e15f6ca-cc0d-4d95-81c3-357e27a35b18" providerId="ADAL" clId="{61B266A4-308B-41F3-809A-8DC332A6B189}" dt="2025-01-28T08:48:56.091" v="510" actId="1038"/>
          <ac:picMkLst>
            <pc:docMk/>
            <pc:sldMk cId="3177834618" sldId="446"/>
            <ac:picMk id="28" creationId="{F6126EA3-52C4-D7F6-8CF7-4AECE28C63C4}"/>
          </ac:picMkLst>
        </pc:picChg>
        <pc:picChg chg="mod">
          <ac:chgData name="Shai Tayar" userId="1e15f6ca-cc0d-4d95-81c3-357e27a35b18" providerId="ADAL" clId="{61B266A4-308B-41F3-809A-8DC332A6B189}" dt="2025-01-28T08:48:18.783" v="499" actId="1076"/>
          <ac:picMkLst>
            <pc:docMk/>
            <pc:sldMk cId="3177834618" sldId="446"/>
            <ac:picMk id="29" creationId="{C698B400-FCDF-4A63-838C-165476741A64}"/>
          </ac:picMkLst>
        </pc:picChg>
        <pc:picChg chg="add mod">
          <ac:chgData name="Shai Tayar" userId="1e15f6ca-cc0d-4d95-81c3-357e27a35b18" providerId="ADAL" clId="{61B266A4-308B-41F3-809A-8DC332A6B189}" dt="2025-01-28T08:49:33.285" v="519" actId="1076"/>
          <ac:picMkLst>
            <pc:docMk/>
            <pc:sldMk cId="3177834618" sldId="446"/>
            <ac:picMk id="30" creationId="{32AE7E2F-3CFC-48F6-8144-FF8E0F509CA2}"/>
          </ac:picMkLst>
        </pc:picChg>
        <pc:picChg chg="mod">
          <ac:chgData name="Shai Tayar" userId="1e15f6ca-cc0d-4d95-81c3-357e27a35b18" providerId="ADAL" clId="{61B266A4-308B-41F3-809A-8DC332A6B189}" dt="2025-01-28T08:49:30.713" v="518" actId="1076"/>
          <ac:picMkLst>
            <pc:docMk/>
            <pc:sldMk cId="3177834618" sldId="446"/>
            <ac:picMk id="31" creationId="{608D913C-865B-7660-A374-EE2179260769}"/>
          </ac:picMkLst>
        </pc:picChg>
      </pc:sldChg>
      <pc:sldChg chg="addSp delSp modSp add mod modNotesTx">
        <pc:chgData name="Shai Tayar" userId="1e15f6ca-cc0d-4d95-81c3-357e27a35b18" providerId="ADAL" clId="{61B266A4-308B-41F3-809A-8DC332A6B189}" dt="2025-02-07T09:28:34.688" v="5910" actId="20577"/>
        <pc:sldMkLst>
          <pc:docMk/>
          <pc:sldMk cId="3309832" sldId="447"/>
        </pc:sldMkLst>
        <pc:spChg chg="mod">
          <ac:chgData name="Shai Tayar" userId="1e15f6ca-cc0d-4d95-81c3-357e27a35b18" providerId="ADAL" clId="{61B266A4-308B-41F3-809A-8DC332A6B189}" dt="2025-01-28T09:01:50.545" v="845" actId="20577"/>
          <ac:spMkLst>
            <pc:docMk/>
            <pc:sldMk cId="3309832" sldId="447"/>
            <ac:spMk id="3" creationId="{854D03C0-B3B7-3122-5A51-CDE1B63F369D}"/>
          </ac:spMkLst>
        </pc:spChg>
        <pc:spChg chg="add mod">
          <ac:chgData name="Shai Tayar" userId="1e15f6ca-cc0d-4d95-81c3-357e27a35b18" providerId="ADAL" clId="{61B266A4-308B-41F3-809A-8DC332A6B189}" dt="2025-01-29T20:57:19.976" v="2850" actId="403"/>
          <ac:spMkLst>
            <pc:docMk/>
            <pc:sldMk cId="3309832" sldId="447"/>
            <ac:spMk id="5" creationId="{BC64BBCA-BEAE-190E-9406-DE89B6458CA7}"/>
          </ac:spMkLst>
        </pc:spChg>
        <pc:picChg chg="add mod">
          <ac:chgData name="Shai Tayar" userId="1e15f6ca-cc0d-4d95-81c3-357e27a35b18" providerId="ADAL" clId="{61B266A4-308B-41F3-809A-8DC332A6B189}" dt="2025-01-29T20:57:22.950" v="2851" actId="14100"/>
          <ac:picMkLst>
            <pc:docMk/>
            <pc:sldMk cId="3309832" sldId="447"/>
            <ac:picMk id="2" creationId="{0A9D3174-F2F8-4F88-216D-EA82106D59F0}"/>
          </ac:picMkLst>
        </pc:picChg>
      </pc:sldChg>
      <pc:sldChg chg="delSp modSp add mod modNotesTx">
        <pc:chgData name="Shai Tayar" userId="1e15f6ca-cc0d-4d95-81c3-357e27a35b18" providerId="ADAL" clId="{61B266A4-308B-41F3-809A-8DC332A6B189}" dt="2025-02-09T10:16:01.928" v="17689" actId="20577"/>
        <pc:sldMkLst>
          <pc:docMk/>
          <pc:sldMk cId="3627422518" sldId="448"/>
        </pc:sldMkLst>
        <pc:spChg chg="mod">
          <ac:chgData name="Shai Tayar" userId="1e15f6ca-cc0d-4d95-81c3-357e27a35b18" providerId="ADAL" clId="{61B266A4-308B-41F3-809A-8DC332A6B189}" dt="2025-02-07T09:16:12.921" v="5788" actId="20577"/>
          <ac:spMkLst>
            <pc:docMk/>
            <pc:sldMk cId="3627422518" sldId="448"/>
            <ac:spMk id="7" creationId="{A129354F-FB07-562B-9320-8818454B0515}"/>
          </ac:spMkLst>
        </pc:spChg>
      </pc:sldChg>
      <pc:sldChg chg="modSp add del mod ord">
        <pc:chgData name="Shai Tayar" userId="1e15f6ca-cc0d-4d95-81c3-357e27a35b18" providerId="ADAL" clId="{61B266A4-308B-41F3-809A-8DC332A6B189}" dt="2025-02-07T08:15:35.142" v="4747" actId="47"/>
        <pc:sldMkLst>
          <pc:docMk/>
          <pc:sldMk cId="369315013" sldId="449"/>
        </pc:sldMkLst>
      </pc:sldChg>
      <pc:sldChg chg="addSp modSp add mod ord modNotesTx">
        <pc:chgData name="Shai Tayar" userId="1e15f6ca-cc0d-4d95-81c3-357e27a35b18" providerId="ADAL" clId="{61B266A4-308B-41F3-809A-8DC332A6B189}" dt="2025-02-09T14:06:17.210" v="17768" actId="1076"/>
        <pc:sldMkLst>
          <pc:docMk/>
          <pc:sldMk cId="1157470221" sldId="450"/>
        </pc:sldMkLst>
        <pc:spChg chg="mod">
          <ac:chgData name="Shai Tayar" userId="1e15f6ca-cc0d-4d95-81c3-357e27a35b18" providerId="ADAL" clId="{61B266A4-308B-41F3-809A-8DC332A6B189}" dt="2025-02-09T14:06:06.871" v="17766" actId="20577"/>
          <ac:spMkLst>
            <pc:docMk/>
            <pc:sldMk cId="1157470221" sldId="450"/>
            <ac:spMk id="7" creationId="{BCB29C30-72C3-8C65-1E66-260703FD9CB8}"/>
          </ac:spMkLst>
        </pc:spChg>
        <pc:picChg chg="add mod">
          <ac:chgData name="Shai Tayar" userId="1e15f6ca-cc0d-4d95-81c3-357e27a35b18" providerId="ADAL" clId="{61B266A4-308B-41F3-809A-8DC332A6B189}" dt="2025-02-09T14:06:17.210" v="17768" actId="1076"/>
          <ac:picMkLst>
            <pc:docMk/>
            <pc:sldMk cId="1157470221" sldId="450"/>
            <ac:picMk id="5" creationId="{476C5019-B88A-7492-A990-7DC1C7156447}"/>
          </ac:picMkLst>
        </pc:picChg>
      </pc:sldChg>
      <pc:sldChg chg="modSp new del mod">
        <pc:chgData name="Shai Tayar" userId="1e15f6ca-cc0d-4d95-81c3-357e27a35b18" providerId="ADAL" clId="{61B266A4-308B-41F3-809A-8DC332A6B189}" dt="2025-01-28T09:37:33.045" v="1255" actId="47"/>
        <pc:sldMkLst>
          <pc:docMk/>
          <pc:sldMk cId="1288375807" sldId="451"/>
        </pc:sldMkLst>
      </pc:sldChg>
      <pc:sldChg chg="addSp delSp modSp new del mod">
        <pc:chgData name="Shai Tayar" userId="1e15f6ca-cc0d-4d95-81c3-357e27a35b18" providerId="ADAL" clId="{61B266A4-308B-41F3-809A-8DC332A6B189}" dt="2025-01-28T10:03:55.498" v="1463" actId="47"/>
        <pc:sldMkLst>
          <pc:docMk/>
          <pc:sldMk cId="1854461691" sldId="451"/>
        </pc:sldMkLst>
      </pc:sldChg>
      <pc:sldChg chg="addSp delSp modSp add del mod">
        <pc:chgData name="Shai Tayar" userId="1e15f6ca-cc0d-4d95-81c3-357e27a35b18" providerId="ADAL" clId="{61B266A4-308B-41F3-809A-8DC332A6B189}" dt="2025-02-07T08:15:35.606" v="4748" actId="47"/>
        <pc:sldMkLst>
          <pc:docMk/>
          <pc:sldMk cId="381588746" sldId="452"/>
        </pc:sldMkLst>
      </pc:sldChg>
      <pc:sldChg chg="addSp delSp modSp add del mod ord">
        <pc:chgData name="Shai Tayar" userId="1e15f6ca-cc0d-4d95-81c3-357e27a35b18" providerId="ADAL" clId="{61B266A4-308B-41F3-809A-8DC332A6B189}" dt="2025-01-28T10:04:58.692" v="1494" actId="47"/>
        <pc:sldMkLst>
          <pc:docMk/>
          <pc:sldMk cId="2964655784" sldId="453"/>
        </pc:sldMkLst>
      </pc:sldChg>
      <pc:sldChg chg="addSp delSp modSp add del mod ord modClrScheme chgLayout">
        <pc:chgData name="Shai Tayar" userId="1e15f6ca-cc0d-4d95-81c3-357e27a35b18" providerId="ADAL" clId="{61B266A4-308B-41F3-809A-8DC332A6B189}" dt="2025-01-28T10:23:12.124" v="1694" actId="47"/>
        <pc:sldMkLst>
          <pc:docMk/>
          <pc:sldMk cId="4217491852" sldId="454"/>
        </pc:sldMkLst>
      </pc:sldChg>
      <pc:sldChg chg="addSp delSp modSp add mod ord modNotesTx">
        <pc:chgData name="Shai Tayar" userId="1e15f6ca-cc0d-4d95-81c3-357e27a35b18" providerId="ADAL" clId="{61B266A4-308B-41F3-809A-8DC332A6B189}" dt="2025-02-07T09:30:04.029" v="5917" actId="20577"/>
        <pc:sldMkLst>
          <pc:docMk/>
          <pc:sldMk cId="1855933630" sldId="455"/>
        </pc:sldMkLst>
        <pc:spChg chg="mod ord">
          <ac:chgData name="Shai Tayar" userId="1e15f6ca-cc0d-4d95-81c3-357e27a35b18" providerId="ADAL" clId="{61B266A4-308B-41F3-809A-8DC332A6B189}" dt="2025-01-28T10:48:34.026" v="2486" actId="166"/>
          <ac:spMkLst>
            <pc:docMk/>
            <pc:sldMk cId="1855933630" sldId="455"/>
            <ac:spMk id="5" creationId="{47C513FF-D045-56E3-80CD-70F01A5E6D30}"/>
          </ac:spMkLst>
        </pc:spChg>
        <pc:picChg chg="add mod">
          <ac:chgData name="Shai Tayar" userId="1e15f6ca-cc0d-4d95-81c3-357e27a35b18" providerId="ADAL" clId="{61B266A4-308B-41F3-809A-8DC332A6B189}" dt="2025-01-29T20:48:49.633" v="2784" actId="29295"/>
          <ac:picMkLst>
            <pc:docMk/>
            <pc:sldMk cId="1855933630" sldId="455"/>
            <ac:picMk id="6" creationId="{A086FEED-9412-9B86-2418-34B21A21981B}"/>
          </ac:picMkLst>
        </pc:picChg>
      </pc:sldChg>
      <pc:sldChg chg="addSp delSp modSp add mod ord setBg">
        <pc:chgData name="Shai Tayar" userId="1e15f6ca-cc0d-4d95-81c3-357e27a35b18" providerId="ADAL" clId="{61B266A4-308B-41F3-809A-8DC332A6B189}" dt="2025-01-28T10:27:16.602" v="1775" actId="1076"/>
        <pc:sldMkLst>
          <pc:docMk/>
          <pc:sldMk cId="1380531132" sldId="456"/>
        </pc:sldMkLst>
        <pc:spChg chg="mod">
          <ac:chgData name="Shai Tayar" userId="1e15f6ca-cc0d-4d95-81c3-357e27a35b18" providerId="ADAL" clId="{61B266A4-308B-41F3-809A-8DC332A6B189}" dt="2025-01-28T10:24:54.179" v="1744" actId="1035"/>
          <ac:spMkLst>
            <pc:docMk/>
            <pc:sldMk cId="1380531132" sldId="456"/>
            <ac:spMk id="3" creationId="{7C2C29E8-011A-5291-EBC2-D3924B5317C8}"/>
          </ac:spMkLst>
        </pc:spChg>
        <pc:spChg chg="add mod">
          <ac:chgData name="Shai Tayar" userId="1e15f6ca-cc0d-4d95-81c3-357e27a35b18" providerId="ADAL" clId="{61B266A4-308B-41F3-809A-8DC332A6B189}" dt="2025-01-28T10:27:16.602" v="1775" actId="1076"/>
          <ac:spMkLst>
            <pc:docMk/>
            <pc:sldMk cId="1380531132" sldId="456"/>
            <ac:spMk id="4" creationId="{886FB7D9-39CC-48E4-ED61-A9C4A2223AC1}"/>
          </ac:spMkLst>
        </pc:spChg>
        <pc:picChg chg="add del mod">
          <ac:chgData name="Shai Tayar" userId="1e15f6ca-cc0d-4d95-81c3-357e27a35b18" providerId="ADAL" clId="{61B266A4-308B-41F3-809A-8DC332A6B189}" dt="2025-01-28T10:27:11.567" v="1774" actId="14100"/>
          <ac:picMkLst>
            <pc:docMk/>
            <pc:sldMk cId="1380531132" sldId="456"/>
            <ac:picMk id="12" creationId="{2C39C5CF-9643-12AB-27FB-4B59C401E97F}"/>
          </ac:picMkLst>
        </pc:picChg>
      </pc:sldChg>
      <pc:sldChg chg="addSp delSp modSp add del mod">
        <pc:chgData name="Shai Tayar" userId="1e15f6ca-cc0d-4d95-81c3-357e27a35b18" providerId="ADAL" clId="{61B266A4-308B-41F3-809A-8DC332A6B189}" dt="2025-01-28T10:22:05.967" v="1661" actId="47"/>
        <pc:sldMkLst>
          <pc:docMk/>
          <pc:sldMk cId="2162079173" sldId="456"/>
        </pc:sldMkLst>
      </pc:sldChg>
      <pc:sldChg chg="addSp delSp modSp add del mod ord">
        <pc:chgData name="Shai Tayar" userId="1e15f6ca-cc0d-4d95-81c3-357e27a35b18" providerId="ADAL" clId="{61B266A4-308B-41F3-809A-8DC332A6B189}" dt="2025-01-28T10:48:41.073" v="2487" actId="47"/>
        <pc:sldMkLst>
          <pc:docMk/>
          <pc:sldMk cId="1087535967" sldId="457"/>
        </pc:sldMkLst>
      </pc:sldChg>
      <pc:sldChg chg="modSp add mod modNotesTx">
        <pc:chgData name="Shai Tayar" userId="1e15f6ca-cc0d-4d95-81c3-357e27a35b18" providerId="ADAL" clId="{61B266A4-308B-41F3-809A-8DC332A6B189}" dt="2025-02-09T09:35:24.405" v="16885" actId="20577"/>
        <pc:sldMkLst>
          <pc:docMk/>
          <pc:sldMk cId="284798932" sldId="458"/>
        </pc:sldMkLst>
        <pc:spChg chg="mod">
          <ac:chgData name="Shai Tayar" userId="1e15f6ca-cc0d-4d95-81c3-357e27a35b18" providerId="ADAL" clId="{61B266A4-308B-41F3-809A-8DC332A6B189}" dt="2025-01-29T20:55:36.053" v="2832" actId="403"/>
          <ac:spMkLst>
            <pc:docMk/>
            <pc:sldMk cId="284798932" sldId="458"/>
            <ac:spMk id="7" creationId="{59B495E5-513E-4FD7-9E36-6B4CA946A522}"/>
          </ac:spMkLst>
        </pc:spChg>
      </pc:sldChg>
      <pc:sldChg chg="addSp delSp modSp add del mod">
        <pc:chgData name="Shai Tayar" userId="1e15f6ca-cc0d-4d95-81c3-357e27a35b18" providerId="ADAL" clId="{61B266A4-308B-41F3-809A-8DC332A6B189}" dt="2025-02-09T08:39:24.052" v="12795" actId="47"/>
        <pc:sldMkLst>
          <pc:docMk/>
          <pc:sldMk cId="886154244" sldId="459"/>
        </pc:sldMkLst>
        <pc:picChg chg="add del mod">
          <ac:chgData name="Shai Tayar" userId="1e15f6ca-cc0d-4d95-81c3-357e27a35b18" providerId="ADAL" clId="{61B266A4-308B-41F3-809A-8DC332A6B189}" dt="2025-02-09T08:38:16.949" v="12768" actId="21"/>
          <ac:picMkLst>
            <pc:docMk/>
            <pc:sldMk cId="886154244" sldId="459"/>
            <ac:picMk id="9" creationId="{0A66C41E-21AF-B398-EE18-477F7D443E02}"/>
          </ac:picMkLst>
        </pc:picChg>
        <pc:picChg chg="add del mod">
          <ac:chgData name="Shai Tayar" userId="1e15f6ca-cc0d-4d95-81c3-357e27a35b18" providerId="ADAL" clId="{61B266A4-308B-41F3-809A-8DC332A6B189}" dt="2025-02-09T08:38:16.949" v="12768" actId="21"/>
          <ac:picMkLst>
            <pc:docMk/>
            <pc:sldMk cId="886154244" sldId="459"/>
            <ac:picMk id="10" creationId="{3CCAE59F-FB10-1621-9C7D-AC9A5406395F}"/>
          </ac:picMkLst>
        </pc:picChg>
        <pc:picChg chg="add del mod">
          <ac:chgData name="Shai Tayar" userId="1e15f6ca-cc0d-4d95-81c3-357e27a35b18" providerId="ADAL" clId="{61B266A4-308B-41F3-809A-8DC332A6B189}" dt="2025-02-09T08:38:16.949" v="12768" actId="21"/>
          <ac:picMkLst>
            <pc:docMk/>
            <pc:sldMk cId="886154244" sldId="459"/>
            <ac:picMk id="11" creationId="{FB47166A-D459-0F1B-03C8-4E61B3FF6F2D}"/>
          </ac:picMkLst>
        </pc:picChg>
      </pc:sldChg>
      <pc:sldChg chg="add del">
        <pc:chgData name="Shai Tayar" userId="1e15f6ca-cc0d-4d95-81c3-357e27a35b18" providerId="ADAL" clId="{61B266A4-308B-41F3-809A-8DC332A6B189}" dt="2025-01-29T20:44:00.032" v="2680" actId="2890"/>
        <pc:sldMkLst>
          <pc:docMk/>
          <pc:sldMk cId="618103760" sldId="460"/>
        </pc:sldMkLst>
      </pc:sldChg>
      <pc:sldChg chg="addSp delSp modSp add del mod ord">
        <pc:chgData name="Shai Tayar" userId="1e15f6ca-cc0d-4d95-81c3-357e27a35b18" providerId="ADAL" clId="{61B266A4-308B-41F3-809A-8DC332A6B189}" dt="2025-02-09T08:39:23.269" v="12794" actId="47"/>
        <pc:sldMkLst>
          <pc:docMk/>
          <pc:sldMk cId="3109397354" sldId="460"/>
        </pc:sldMkLst>
        <pc:picChg chg="add del mod">
          <ac:chgData name="Shai Tayar" userId="1e15f6ca-cc0d-4d95-81c3-357e27a35b18" providerId="ADAL" clId="{61B266A4-308B-41F3-809A-8DC332A6B189}" dt="2025-02-09T08:37:41.587" v="12759" actId="21"/>
          <ac:picMkLst>
            <pc:docMk/>
            <pc:sldMk cId="3109397354" sldId="460"/>
            <ac:picMk id="2" creationId="{EFAA94F1-7955-D2EA-EDAA-6151705D3D0C}"/>
          </ac:picMkLst>
        </pc:picChg>
        <pc:picChg chg="add del mod">
          <ac:chgData name="Shai Tayar" userId="1e15f6ca-cc0d-4d95-81c3-357e27a35b18" providerId="ADAL" clId="{61B266A4-308B-41F3-809A-8DC332A6B189}" dt="2025-02-09T08:37:41.587" v="12759" actId="21"/>
          <ac:picMkLst>
            <pc:docMk/>
            <pc:sldMk cId="3109397354" sldId="460"/>
            <ac:picMk id="4" creationId="{DF36711F-750F-291A-CA1E-A432D366AF39}"/>
          </ac:picMkLst>
        </pc:picChg>
        <pc:picChg chg="add del mod">
          <ac:chgData name="Shai Tayar" userId="1e15f6ca-cc0d-4d95-81c3-357e27a35b18" providerId="ADAL" clId="{61B266A4-308B-41F3-809A-8DC332A6B189}" dt="2025-02-09T08:37:41.587" v="12759" actId="21"/>
          <ac:picMkLst>
            <pc:docMk/>
            <pc:sldMk cId="3109397354" sldId="460"/>
            <ac:picMk id="5" creationId="{0D372BC3-3CE5-E17F-5D69-AC229F8A54F0}"/>
          </ac:picMkLst>
        </pc:picChg>
      </pc:sldChg>
      <pc:sldChg chg="addSp delSp modSp add mod modNotesTx">
        <pc:chgData name="Shai Tayar" userId="1e15f6ca-cc0d-4d95-81c3-357e27a35b18" providerId="ADAL" clId="{61B266A4-308B-41F3-809A-8DC332A6B189}" dt="2025-02-09T09:43:36.753" v="17247" actId="1076"/>
        <pc:sldMkLst>
          <pc:docMk/>
          <pc:sldMk cId="3257825408" sldId="461"/>
        </pc:sldMkLst>
        <pc:spChg chg="add mod">
          <ac:chgData name="Shai Tayar" userId="1e15f6ca-cc0d-4d95-81c3-357e27a35b18" providerId="ADAL" clId="{61B266A4-308B-41F3-809A-8DC332A6B189}" dt="2025-02-09T08:44:22.544" v="13294" actId="1076"/>
          <ac:spMkLst>
            <pc:docMk/>
            <pc:sldMk cId="3257825408" sldId="461"/>
            <ac:spMk id="2" creationId="{84C243B3-68D0-28BB-DFA2-8760FC97380B}"/>
          </ac:spMkLst>
        </pc:spChg>
        <pc:spChg chg="mod">
          <ac:chgData name="Shai Tayar" userId="1e15f6ca-cc0d-4d95-81c3-357e27a35b18" providerId="ADAL" clId="{61B266A4-308B-41F3-809A-8DC332A6B189}" dt="2025-01-30T05:56:45.481" v="4228" actId="20577"/>
          <ac:spMkLst>
            <pc:docMk/>
            <pc:sldMk cId="3257825408" sldId="461"/>
            <ac:spMk id="3" creationId="{BCB1FA25-CAF1-220A-7642-6A8F69CDCCD7}"/>
          </ac:spMkLst>
        </pc:spChg>
        <pc:spChg chg="add mod">
          <ac:chgData name="Shai Tayar" userId="1e15f6ca-cc0d-4d95-81c3-357e27a35b18" providerId="ADAL" clId="{61B266A4-308B-41F3-809A-8DC332A6B189}" dt="2025-02-09T08:44:30.753" v="13300" actId="20577"/>
          <ac:spMkLst>
            <pc:docMk/>
            <pc:sldMk cId="3257825408" sldId="461"/>
            <ac:spMk id="4" creationId="{BC679360-823F-0545-B948-D8F9DAF46FB1}"/>
          </ac:spMkLst>
        </pc:spChg>
        <pc:spChg chg="add mod">
          <ac:chgData name="Shai Tayar" userId="1e15f6ca-cc0d-4d95-81c3-357e27a35b18" providerId="ADAL" clId="{61B266A4-308B-41F3-809A-8DC332A6B189}" dt="2025-02-04T20:13:24.296" v="4444"/>
          <ac:spMkLst>
            <pc:docMk/>
            <pc:sldMk cId="3257825408" sldId="461"/>
            <ac:spMk id="5" creationId="{CC31EFF3-1A4E-3DEE-5438-DA99EA5117F5}"/>
          </ac:spMkLst>
        </pc:spChg>
        <pc:spChg chg="add mod">
          <ac:chgData name="Shai Tayar" userId="1e15f6ca-cc0d-4d95-81c3-357e27a35b18" providerId="ADAL" clId="{61B266A4-308B-41F3-809A-8DC332A6B189}" dt="2025-02-04T20:13:24.296" v="4444"/>
          <ac:spMkLst>
            <pc:docMk/>
            <pc:sldMk cId="3257825408" sldId="461"/>
            <ac:spMk id="6" creationId="{6C69CE57-3C4B-7EA6-067C-5C1BA93719D1}"/>
          </ac:spMkLst>
        </pc:spChg>
        <pc:spChg chg="add mod">
          <ac:chgData name="Shai Tayar" userId="1e15f6ca-cc0d-4d95-81c3-357e27a35b18" providerId="ADAL" clId="{61B266A4-308B-41F3-809A-8DC332A6B189}" dt="2025-02-09T08:44:38.311" v="13306" actId="20577"/>
          <ac:spMkLst>
            <pc:docMk/>
            <pc:sldMk cId="3257825408" sldId="461"/>
            <ac:spMk id="7" creationId="{4C02AFDB-D465-F732-F9C9-DFFD027FAB4B}"/>
          </ac:spMkLst>
        </pc:spChg>
        <pc:spChg chg="mod">
          <ac:chgData name="Shai Tayar" userId="1e15f6ca-cc0d-4d95-81c3-357e27a35b18" providerId="ADAL" clId="{61B266A4-308B-41F3-809A-8DC332A6B189}" dt="2025-02-04T20:13:57.484" v="4462" actId="1038"/>
          <ac:spMkLst>
            <pc:docMk/>
            <pc:sldMk cId="3257825408" sldId="461"/>
            <ac:spMk id="12" creationId="{33990AB1-4A1C-844F-2E92-7F49FBB19D6D}"/>
          </ac:spMkLst>
        </pc:spChg>
        <pc:spChg chg="add mod">
          <ac:chgData name="Shai Tayar" userId="1e15f6ca-cc0d-4d95-81c3-357e27a35b18" providerId="ADAL" clId="{61B266A4-308B-41F3-809A-8DC332A6B189}" dt="2025-02-09T09:42:38.296" v="17209" actId="13822"/>
          <ac:spMkLst>
            <pc:docMk/>
            <pc:sldMk cId="3257825408" sldId="461"/>
            <ac:spMk id="13" creationId="{7244A833-12F1-A845-36D9-832FBFC6098F}"/>
          </ac:spMkLst>
        </pc:spChg>
        <pc:spChg chg="add mod">
          <ac:chgData name="Shai Tayar" userId="1e15f6ca-cc0d-4d95-81c3-357e27a35b18" providerId="ADAL" clId="{61B266A4-308B-41F3-809A-8DC332A6B189}" dt="2025-02-09T09:43:36.753" v="17247" actId="1076"/>
          <ac:spMkLst>
            <pc:docMk/>
            <pc:sldMk cId="3257825408" sldId="461"/>
            <ac:spMk id="15" creationId="{B7FAEF34-765A-5028-8642-4212D3481F9F}"/>
          </ac:spMkLst>
        </pc:spChg>
        <pc:picChg chg="add mod">
          <ac:chgData name="Shai Tayar" userId="1e15f6ca-cc0d-4d95-81c3-357e27a35b18" providerId="ADAL" clId="{61B266A4-308B-41F3-809A-8DC332A6B189}" dt="2025-02-04T20:14:04.908" v="4479" actId="1037"/>
          <ac:picMkLst>
            <pc:docMk/>
            <pc:sldMk cId="3257825408" sldId="461"/>
            <ac:picMk id="2049" creationId="{D0ED8F61-5181-471E-4315-C6F75B55F918}"/>
          </ac:picMkLst>
        </pc:picChg>
        <pc:picChg chg="add mod">
          <ac:chgData name="Shai Tayar" userId="1e15f6ca-cc0d-4d95-81c3-357e27a35b18" providerId="ADAL" clId="{61B266A4-308B-41F3-809A-8DC332A6B189}" dt="2025-02-04T20:14:04.908" v="4479" actId="1037"/>
          <ac:picMkLst>
            <pc:docMk/>
            <pc:sldMk cId="3257825408" sldId="461"/>
            <ac:picMk id="2050" creationId="{2208F897-999C-2FE4-0B25-FEC67CA4F187}"/>
          </ac:picMkLst>
        </pc:picChg>
        <pc:picChg chg="add mod">
          <ac:chgData name="Shai Tayar" userId="1e15f6ca-cc0d-4d95-81c3-357e27a35b18" providerId="ADAL" clId="{61B266A4-308B-41F3-809A-8DC332A6B189}" dt="2025-02-04T20:14:04.908" v="4479" actId="1037"/>
          <ac:picMkLst>
            <pc:docMk/>
            <pc:sldMk cId="3257825408" sldId="461"/>
            <ac:picMk id="2051" creationId="{2DEF8C47-7290-7841-96A6-15D5A351C63D}"/>
          </ac:picMkLst>
        </pc:picChg>
        <pc:cxnChg chg="add mod">
          <ac:chgData name="Shai Tayar" userId="1e15f6ca-cc0d-4d95-81c3-357e27a35b18" providerId="ADAL" clId="{61B266A4-308B-41F3-809A-8DC332A6B189}" dt="2025-02-09T09:43:33.192" v="17246" actId="14100"/>
          <ac:cxnSpMkLst>
            <pc:docMk/>
            <pc:sldMk cId="3257825408" sldId="461"/>
            <ac:cxnSpMk id="9" creationId="{893798C9-611A-4DF9-0270-6152D9EC6C06}"/>
          </ac:cxnSpMkLst>
        </pc:cxnChg>
        <pc:cxnChg chg="add mod">
          <ac:chgData name="Shai Tayar" userId="1e15f6ca-cc0d-4d95-81c3-357e27a35b18" providerId="ADAL" clId="{61B266A4-308B-41F3-809A-8DC332A6B189}" dt="2025-02-09T09:43:28.071" v="17245" actId="14100"/>
          <ac:cxnSpMkLst>
            <pc:docMk/>
            <pc:sldMk cId="3257825408" sldId="461"/>
            <ac:cxnSpMk id="10" creationId="{8AB95898-F59C-8FF9-9DE0-34ADA2D1A360}"/>
          </ac:cxnSpMkLst>
        </pc:cxnChg>
      </pc:sldChg>
      <pc:sldChg chg="addSp delSp modSp add mod modNotesTx">
        <pc:chgData name="Shai Tayar" userId="1e15f6ca-cc0d-4d95-81c3-357e27a35b18" providerId="ADAL" clId="{61B266A4-308B-41F3-809A-8DC332A6B189}" dt="2025-02-09T09:45:18.608" v="17326" actId="5793"/>
        <pc:sldMkLst>
          <pc:docMk/>
          <pc:sldMk cId="3035426364" sldId="462"/>
        </pc:sldMkLst>
        <pc:spChg chg="mod">
          <ac:chgData name="Shai Tayar" userId="1e15f6ca-cc0d-4d95-81c3-357e27a35b18" providerId="ADAL" clId="{61B266A4-308B-41F3-809A-8DC332A6B189}" dt="2025-02-05T07:13:46.776" v="4576" actId="20577"/>
          <ac:spMkLst>
            <pc:docMk/>
            <pc:sldMk cId="3035426364" sldId="462"/>
            <ac:spMk id="3" creationId="{5D2499E3-7561-A0C8-95E4-C93F5300654C}"/>
          </ac:spMkLst>
        </pc:spChg>
        <pc:spChg chg="mod">
          <ac:chgData name="Shai Tayar" userId="1e15f6ca-cc0d-4d95-81c3-357e27a35b18" providerId="ADAL" clId="{61B266A4-308B-41F3-809A-8DC332A6B189}" dt="2025-02-05T07:15:15.319" v="4735" actId="20577"/>
          <ac:spMkLst>
            <pc:docMk/>
            <pc:sldMk cId="3035426364" sldId="462"/>
            <ac:spMk id="13" creationId="{3324F9DB-50FE-E378-F343-21D54375E5E7}"/>
          </ac:spMkLst>
        </pc:spChg>
        <pc:picChg chg="add mod">
          <ac:chgData name="Shai Tayar" userId="1e15f6ca-cc0d-4d95-81c3-357e27a35b18" providerId="ADAL" clId="{61B266A4-308B-41F3-809A-8DC332A6B189}" dt="2025-02-05T06:58:44.792" v="4497" actId="1076"/>
          <ac:picMkLst>
            <pc:docMk/>
            <pc:sldMk cId="3035426364" sldId="462"/>
            <ac:picMk id="4" creationId="{255AD05A-79DA-F12B-90EF-C08EE4A4DDDE}"/>
          </ac:picMkLst>
        </pc:picChg>
      </pc:sldChg>
      <pc:sldChg chg="addSp delSp modSp add mod modShow modNotesTx">
        <pc:chgData name="Shai Tayar" userId="1e15f6ca-cc0d-4d95-81c3-357e27a35b18" providerId="ADAL" clId="{61B266A4-308B-41F3-809A-8DC332A6B189}" dt="2025-02-09T14:37:41.115" v="17885" actId="12385"/>
        <pc:sldMkLst>
          <pc:docMk/>
          <pc:sldMk cId="3523967702" sldId="463"/>
        </pc:sldMkLst>
        <pc:spChg chg="mod">
          <ac:chgData name="Shai Tayar" userId="1e15f6ca-cc0d-4d95-81c3-357e27a35b18" providerId="ADAL" clId="{61B266A4-308B-41F3-809A-8DC332A6B189}" dt="2025-02-09T14:37:17.268" v="17883" actId="6549"/>
          <ac:spMkLst>
            <pc:docMk/>
            <pc:sldMk cId="3523967702" sldId="463"/>
            <ac:spMk id="3" creationId="{BCD11444-04F4-1DBE-2ABF-AA39CA08EFC3}"/>
          </ac:spMkLst>
        </pc:spChg>
        <pc:graphicFrameChg chg="add mod modGraphic">
          <ac:chgData name="Shai Tayar" userId="1e15f6ca-cc0d-4d95-81c3-357e27a35b18" providerId="ADAL" clId="{61B266A4-308B-41F3-809A-8DC332A6B189}" dt="2025-02-09T14:37:39.382" v="17884" actId="12385"/>
          <ac:graphicFrameMkLst>
            <pc:docMk/>
            <pc:sldMk cId="3523967702" sldId="463"/>
            <ac:graphicFrameMk id="4" creationId="{03F9D9B8-5AAD-AC42-66E3-3435DAC0720F}"/>
          </ac:graphicFrameMkLst>
        </pc:graphicFrameChg>
        <pc:graphicFrameChg chg="add mod modGraphic">
          <ac:chgData name="Shai Tayar" userId="1e15f6ca-cc0d-4d95-81c3-357e27a35b18" providerId="ADAL" clId="{61B266A4-308B-41F3-809A-8DC332A6B189}" dt="2025-02-09T14:37:41.115" v="17885" actId="12385"/>
          <ac:graphicFrameMkLst>
            <pc:docMk/>
            <pc:sldMk cId="3523967702" sldId="463"/>
            <ac:graphicFrameMk id="5" creationId="{C301A317-16AD-C0C6-E6BC-6B55F279E161}"/>
          </ac:graphicFrameMkLst>
        </pc:graphicFrameChg>
      </pc:sldChg>
      <pc:sldChg chg="addSp delSp modSp add del mod modNotesTx">
        <pc:chgData name="Shai Tayar" userId="1e15f6ca-cc0d-4d95-81c3-357e27a35b18" providerId="ADAL" clId="{61B266A4-308B-41F3-809A-8DC332A6B189}" dt="2025-02-09T14:29:12.136" v="17769" actId="47"/>
        <pc:sldMkLst>
          <pc:docMk/>
          <pc:sldMk cId="1583985044" sldId="464"/>
        </pc:sldMkLst>
        <pc:spChg chg="add del">
          <ac:chgData name="Shai Tayar" userId="1e15f6ca-cc0d-4d95-81c3-357e27a35b18" providerId="ADAL" clId="{61B266A4-308B-41F3-809A-8DC332A6B189}" dt="2025-02-09T10:42:06.802" v="17691" actId="478"/>
          <ac:spMkLst>
            <pc:docMk/>
            <pc:sldMk cId="1583985044" sldId="464"/>
            <ac:spMk id="6" creationId="{1C3102FB-2949-DDAF-C249-135062282B2E}"/>
          </ac:spMkLst>
        </pc:spChg>
      </pc:sldChg>
      <pc:sldChg chg="add del">
        <pc:chgData name="Shai Tayar" userId="1e15f6ca-cc0d-4d95-81c3-357e27a35b18" providerId="ADAL" clId="{61B266A4-308B-41F3-809A-8DC332A6B189}" dt="2025-02-07T08:56:34.971" v="5487" actId="47"/>
        <pc:sldMkLst>
          <pc:docMk/>
          <pc:sldMk cId="1917287010" sldId="465"/>
        </pc:sldMkLst>
      </pc:sldChg>
      <pc:sldChg chg="addSp delSp modSp new mod modNotesTx">
        <pc:chgData name="Shai Tayar" userId="1e15f6ca-cc0d-4d95-81c3-357e27a35b18" providerId="ADAL" clId="{61B266A4-308B-41F3-809A-8DC332A6B189}" dt="2025-02-09T15:25:42.654" v="19599" actId="1076"/>
        <pc:sldMkLst>
          <pc:docMk/>
          <pc:sldMk cId="3282984060" sldId="465"/>
        </pc:sldMkLst>
        <pc:spChg chg="mod">
          <ac:chgData name="Shai Tayar" userId="1e15f6ca-cc0d-4d95-81c3-357e27a35b18" providerId="ADAL" clId="{61B266A4-308B-41F3-809A-8DC332A6B189}" dt="2025-02-09T07:59:11.523" v="7697" actId="2711"/>
          <ac:spMkLst>
            <pc:docMk/>
            <pc:sldMk cId="3282984060" sldId="465"/>
            <ac:spMk id="3" creationId="{3753361A-908D-6491-7F97-3B729E1461E4}"/>
          </ac:spMkLst>
        </pc:spChg>
        <pc:spChg chg="del">
          <ac:chgData name="Shai Tayar" userId="1e15f6ca-cc0d-4d95-81c3-357e27a35b18" providerId="ADAL" clId="{61B266A4-308B-41F3-809A-8DC332A6B189}" dt="2025-02-09T07:59:14.170" v="7698" actId="478"/>
          <ac:spMkLst>
            <pc:docMk/>
            <pc:sldMk cId="3282984060" sldId="465"/>
            <ac:spMk id="4" creationId="{143D86A8-D3E2-4F3D-1911-15FD6C8FBD07}"/>
          </ac:spMkLst>
        </pc:spChg>
        <pc:graphicFrameChg chg="add mod modGraphic">
          <ac:chgData name="Shai Tayar" userId="1e15f6ca-cc0d-4d95-81c3-357e27a35b18" providerId="ADAL" clId="{61B266A4-308B-41F3-809A-8DC332A6B189}" dt="2025-02-09T08:06:45.321" v="8411" actId="1037"/>
          <ac:graphicFrameMkLst>
            <pc:docMk/>
            <pc:sldMk cId="3282984060" sldId="465"/>
            <ac:graphicFrameMk id="6" creationId="{0851D430-B81C-F9E3-D521-B865274BAF9D}"/>
          </ac:graphicFrameMkLst>
        </pc:graphicFrameChg>
        <pc:picChg chg="add del mod">
          <ac:chgData name="Shai Tayar" userId="1e15f6ca-cc0d-4d95-81c3-357e27a35b18" providerId="ADAL" clId="{61B266A4-308B-41F3-809A-8DC332A6B189}" dt="2025-02-09T15:25:22.539" v="19593" actId="22"/>
          <ac:picMkLst>
            <pc:docMk/>
            <pc:sldMk cId="3282984060" sldId="465"/>
            <ac:picMk id="5" creationId="{0EA2B725-6104-F1F9-902F-52264B902025}"/>
          </ac:picMkLst>
        </pc:picChg>
        <pc:picChg chg="add mod modCrop">
          <ac:chgData name="Shai Tayar" userId="1e15f6ca-cc0d-4d95-81c3-357e27a35b18" providerId="ADAL" clId="{61B266A4-308B-41F3-809A-8DC332A6B189}" dt="2025-02-09T15:25:42.654" v="19599" actId="1076"/>
          <ac:picMkLst>
            <pc:docMk/>
            <pc:sldMk cId="3282984060" sldId="465"/>
            <ac:picMk id="8" creationId="{21895A44-C68E-1F89-3228-71C2151BB84F}"/>
          </ac:picMkLst>
        </pc:picChg>
        <pc:picChg chg="add del mod">
          <ac:chgData name="Shai Tayar" userId="1e15f6ca-cc0d-4d95-81c3-357e27a35b18" providerId="ADAL" clId="{61B266A4-308B-41F3-809A-8DC332A6B189}" dt="2025-02-09T15:25:28.669" v="19596" actId="478"/>
          <ac:picMkLst>
            <pc:docMk/>
            <pc:sldMk cId="3282984060" sldId="465"/>
            <ac:picMk id="10" creationId="{73FD63D4-75E1-3B7A-033E-487028F2B1CA}"/>
          </ac:picMkLst>
        </pc:picChg>
      </pc:sldChg>
      <pc:sldChg chg="addSp modSp add mod ord modClrScheme chgLayout">
        <pc:chgData name="Shai Tayar" userId="1e15f6ca-cc0d-4d95-81c3-357e27a35b18" providerId="ADAL" clId="{61B266A4-308B-41F3-809A-8DC332A6B189}" dt="2025-02-09T08:58:20.681" v="14803" actId="29295"/>
        <pc:sldMkLst>
          <pc:docMk/>
          <pc:sldMk cId="3698421062" sldId="466"/>
        </pc:sldMkLst>
        <pc:spChg chg="mod">
          <ac:chgData name="Shai Tayar" userId="1e15f6ca-cc0d-4d95-81c3-357e27a35b18" providerId="ADAL" clId="{61B266A4-308B-41F3-809A-8DC332A6B189}" dt="2025-02-09T08:57:53.398" v="14795" actId="113"/>
          <ac:spMkLst>
            <pc:docMk/>
            <pc:sldMk cId="3698421062" sldId="466"/>
            <ac:spMk id="5" creationId="{71942DF7-78EE-B638-125B-332BABAEA914}"/>
          </ac:spMkLst>
        </pc:spChg>
        <pc:spChg chg="add mod">
          <ac:chgData name="Shai Tayar" userId="1e15f6ca-cc0d-4d95-81c3-357e27a35b18" providerId="ADAL" clId="{61B266A4-308B-41F3-809A-8DC332A6B189}" dt="2025-02-09T08:58:08.124" v="14802" actId="403"/>
          <ac:spMkLst>
            <pc:docMk/>
            <pc:sldMk cId="3698421062" sldId="466"/>
            <ac:spMk id="11" creationId="{04487D3F-7DBD-AC40-852A-02F080C01897}"/>
          </ac:spMkLst>
        </pc:spChg>
        <pc:picChg chg="mod">
          <ac:chgData name="Shai Tayar" userId="1e15f6ca-cc0d-4d95-81c3-357e27a35b18" providerId="ADAL" clId="{61B266A4-308B-41F3-809A-8DC332A6B189}" dt="2025-02-09T08:58:20.681" v="14803" actId="29295"/>
          <ac:picMkLst>
            <pc:docMk/>
            <pc:sldMk cId="3698421062" sldId="466"/>
            <ac:picMk id="6" creationId="{24E00A9A-F917-40B6-783B-A2653A3C480A}"/>
          </ac:picMkLst>
        </pc:picChg>
      </pc:sldChg>
      <pc:sldChg chg="add del">
        <pc:chgData name="Shai Tayar" userId="1e15f6ca-cc0d-4d95-81c3-357e27a35b18" providerId="ADAL" clId="{61B266A4-308B-41F3-809A-8DC332A6B189}" dt="2025-02-09T08:55:06.447" v="14740" actId="2890"/>
        <pc:sldMkLst>
          <pc:docMk/>
          <pc:sldMk cId="3744874770" sldId="466"/>
        </pc:sldMkLst>
      </pc:sldChg>
      <pc:sldChg chg="addSp delSp modSp add mod modShow">
        <pc:chgData name="Shai Tayar" userId="1e15f6ca-cc0d-4d95-81c3-357e27a35b18" providerId="ADAL" clId="{61B266A4-308B-41F3-809A-8DC332A6B189}" dt="2025-02-09T16:01:00.646" v="19771" actId="729"/>
        <pc:sldMkLst>
          <pc:docMk/>
          <pc:sldMk cId="1682182598" sldId="467"/>
        </pc:sldMkLst>
        <pc:spChg chg="mod">
          <ac:chgData name="Shai Tayar" userId="1e15f6ca-cc0d-4d95-81c3-357e27a35b18" providerId="ADAL" clId="{61B266A4-308B-41F3-809A-8DC332A6B189}" dt="2025-02-09T10:53:53.684" v="17720" actId="20577"/>
          <ac:spMkLst>
            <pc:docMk/>
            <pc:sldMk cId="1682182598" sldId="467"/>
            <ac:spMk id="3" creationId="{8B22A3E1-7097-5640-AC78-CF01C0BF3C38}"/>
          </ac:spMkLst>
        </pc:spChg>
        <pc:spChg chg="del mod">
          <ac:chgData name="Shai Tayar" userId="1e15f6ca-cc0d-4d95-81c3-357e27a35b18" providerId="ADAL" clId="{61B266A4-308B-41F3-809A-8DC332A6B189}" dt="2025-02-09T10:53:57.624" v="17724"/>
          <ac:spMkLst>
            <pc:docMk/>
            <pc:sldMk cId="1682182598" sldId="467"/>
            <ac:spMk id="5" creationId="{51874163-5A57-C503-366F-3B684C5A797B}"/>
          </ac:spMkLst>
        </pc:spChg>
        <pc:picChg chg="del">
          <ac:chgData name="Shai Tayar" userId="1e15f6ca-cc0d-4d95-81c3-357e27a35b18" providerId="ADAL" clId="{61B266A4-308B-41F3-809A-8DC332A6B189}" dt="2025-02-09T10:53:57.620" v="17722" actId="478"/>
          <ac:picMkLst>
            <pc:docMk/>
            <pc:sldMk cId="1682182598" sldId="467"/>
            <ac:picMk id="2" creationId="{8309BEFB-2FD9-091B-C92A-9765CB79AEC1}"/>
          </ac:picMkLst>
        </pc:picChg>
        <pc:picChg chg="add mod">
          <ac:chgData name="Shai Tayar" userId="1e15f6ca-cc0d-4d95-81c3-357e27a35b18" providerId="ADAL" clId="{61B266A4-308B-41F3-809A-8DC332A6B189}" dt="2025-02-09T10:54:21.404" v="17727" actId="1076"/>
          <ac:picMkLst>
            <pc:docMk/>
            <pc:sldMk cId="1682182598" sldId="467"/>
            <ac:picMk id="7" creationId="{9D395A08-60D2-A774-FAC3-0070F8408BC4}"/>
          </ac:picMkLst>
        </pc:picChg>
      </pc:sldChg>
      <pc:sldChg chg="addSp delSp modSp add mod ord modNotesTx">
        <pc:chgData name="Shai Tayar" userId="1e15f6ca-cc0d-4d95-81c3-357e27a35b18" providerId="ADAL" clId="{61B266A4-308B-41F3-809A-8DC332A6B189}" dt="2025-02-09T15:29:35.829" v="19769" actId="20577"/>
        <pc:sldMkLst>
          <pc:docMk/>
          <pc:sldMk cId="1789851657" sldId="468"/>
        </pc:sldMkLst>
        <pc:spChg chg="mod">
          <ac:chgData name="Shai Tayar" userId="1e15f6ca-cc0d-4d95-81c3-357e27a35b18" providerId="ADAL" clId="{61B266A4-308B-41F3-809A-8DC332A6B189}" dt="2025-02-09T15:29:17.900" v="19680" actId="20577"/>
          <ac:spMkLst>
            <pc:docMk/>
            <pc:sldMk cId="1789851657" sldId="468"/>
            <ac:spMk id="3" creationId="{C54E866A-1B5D-7951-047F-539FCB882F79}"/>
          </ac:spMkLst>
        </pc:spChg>
        <pc:spChg chg="add mod">
          <ac:chgData name="Shai Tayar" userId="1e15f6ca-cc0d-4d95-81c3-357e27a35b18" providerId="ADAL" clId="{61B266A4-308B-41F3-809A-8DC332A6B189}" dt="2025-02-09T15:28:53.925" v="19647" actId="20577"/>
          <ac:spMkLst>
            <pc:docMk/>
            <pc:sldMk cId="1789851657" sldId="468"/>
            <ac:spMk id="7" creationId="{AC8D6016-BEC9-4039-9347-FB430E93AA69}"/>
          </ac:spMkLst>
        </pc:spChg>
        <pc:graphicFrameChg chg="del">
          <ac:chgData name="Shai Tayar" userId="1e15f6ca-cc0d-4d95-81c3-357e27a35b18" providerId="ADAL" clId="{61B266A4-308B-41F3-809A-8DC332A6B189}" dt="2025-02-09T15:09:13.190" v="19150" actId="478"/>
          <ac:graphicFrameMkLst>
            <pc:docMk/>
            <pc:sldMk cId="1789851657" sldId="468"/>
            <ac:graphicFrameMk id="6" creationId="{7F1AC194-785A-C8FA-E2FF-7355DC81502B}"/>
          </ac:graphicFrameMkLst>
        </pc:graphicFrameChg>
        <pc:picChg chg="del">
          <ac:chgData name="Shai Tayar" userId="1e15f6ca-cc0d-4d95-81c3-357e27a35b18" providerId="ADAL" clId="{61B266A4-308B-41F3-809A-8DC332A6B189}" dt="2025-02-09T15:09:16.828" v="19151" actId="478"/>
          <ac:picMkLst>
            <pc:docMk/>
            <pc:sldMk cId="1789851657" sldId="468"/>
            <ac:picMk id="5" creationId="{33D52A40-79EC-8792-2C17-9FD87B9BF6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483B7AD5-EDE6-4097-A3A2-5B5F76598B38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49BCD909-CB97-4B4F-8468-CCE6BAD82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42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ohn_Nelder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Roger_Mead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  <a:endParaRPr lang="en-US" dirty="0"/>
          </a:p>
          <a:p>
            <a:r>
              <a:rPr lang="he-IL" dirty="0"/>
              <a:t>להציג את עצמנו</a:t>
            </a:r>
          </a:p>
          <a:p>
            <a:r>
              <a:rPr lang="he-IL" dirty="0"/>
              <a:t>סטודנטים בפקולטה להנדסת חשמל ומחשבים בטכניון.</a:t>
            </a:r>
          </a:p>
          <a:p>
            <a:endParaRPr lang="he-IL" dirty="0"/>
          </a:p>
          <a:p>
            <a:r>
              <a:rPr lang="he-IL" dirty="0"/>
              <a:t>לפני כשמונה חודשים התחלנו לעבוד על </a:t>
            </a:r>
            <a:r>
              <a:rPr lang="he-IL" dirty="0" err="1"/>
              <a:t>הפרוייקט</a:t>
            </a:r>
            <a:r>
              <a:rPr lang="he-IL" dirty="0"/>
              <a:t> שמטרתו איתור </a:t>
            </a:r>
            <a:r>
              <a:rPr lang="he-IL" dirty="0" err="1"/>
              <a:t>ואיפיון</a:t>
            </a:r>
            <a:r>
              <a:rPr lang="he-IL" dirty="0"/>
              <a:t> עורכים מוטים </a:t>
            </a:r>
            <a:r>
              <a:rPr lang="he-IL" dirty="0" err="1"/>
              <a:t>בויקיפדיה</a:t>
            </a:r>
            <a:r>
              <a:rPr lang="he-IL" dirty="0"/>
              <a:t>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21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3200" dirty="0"/>
              <a:t>אלי </a:t>
            </a:r>
          </a:p>
          <a:p>
            <a:r>
              <a:rPr lang="he-IL" sz="3200" dirty="0"/>
              <a:t>במהלך השעה הקרובה נסביר את התהליך שעברנו בביצוע </a:t>
            </a:r>
            <a:r>
              <a:rPr lang="he-IL" sz="3200" dirty="0" err="1"/>
              <a:t>הפרוייקט</a:t>
            </a:r>
            <a:endParaRPr lang="en-US" sz="3200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5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23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 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3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כעת נדבר על הארכיטקטורה של הפרויקט, כלומר אבני </a:t>
            </a:r>
            <a:r>
              <a:rPr lang="he-IL" dirty="0" err="1"/>
              <a:t>הבנין</a:t>
            </a:r>
            <a:r>
              <a:rPr lang="he-IL" dirty="0"/>
              <a:t> </a:t>
            </a:r>
            <a:r>
              <a:rPr lang="he-IL" dirty="0" err="1"/>
              <a:t>בפרוייקט</a:t>
            </a:r>
            <a:r>
              <a:rPr lang="he-IL" dirty="0"/>
              <a:t> שלנו.</a:t>
            </a:r>
          </a:p>
          <a:p>
            <a:r>
              <a:rPr lang="he-IL" dirty="0"/>
              <a:t>נתחיל מתיאור כללי של המשאבים בהם השתמשנו עבור כל חלק </a:t>
            </a:r>
            <a:r>
              <a:rPr lang="he-IL" dirty="0" err="1"/>
              <a:t>בפרוייקט</a:t>
            </a:r>
            <a:r>
              <a:rPr lang="he-IL" dirty="0"/>
              <a:t> ולאחר מכן נתאר כל אחד מהחלקים בפירוט.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5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נתחיל מהפיצ'רים – </a:t>
            </a:r>
          </a:p>
          <a:p>
            <a:r>
              <a:rPr lang="he-IL" dirty="0"/>
              <a:t>בתחילת הפרויקט, חקרנו על ויקיפדיה וניסינו למצוא מאפיינים שיהיו רלוונטיים </a:t>
            </a:r>
            <a:r>
              <a:rPr lang="he-IL" dirty="0" err="1"/>
              <a:t>לפרוייקט</a:t>
            </a:r>
            <a:r>
              <a:rPr lang="he-IL" dirty="0"/>
              <a:t>.</a:t>
            </a:r>
          </a:p>
          <a:p>
            <a:r>
              <a:rPr lang="he-IL" dirty="0"/>
              <a:t>המאפיינים יכולים להיות על דפי ויקיפדיה, על משתמשים ועל קשרים בין משתמשים למשתמשים ובין משתמשים לדפים.</a:t>
            </a:r>
          </a:p>
          <a:p>
            <a:endParaRPr lang="he-IL" dirty="0"/>
          </a:p>
          <a:p>
            <a:r>
              <a:rPr lang="he-IL" dirty="0"/>
              <a:t>בחלק הזה של </a:t>
            </a:r>
            <a:r>
              <a:rPr lang="he-IL" dirty="0" err="1"/>
              <a:t>הפרוייקט</a:t>
            </a:r>
            <a:r>
              <a:rPr lang="he-IL" dirty="0"/>
              <a:t> התחלנו מ</a:t>
            </a:r>
            <a:r>
              <a:rPr lang="en-US" dirty="0"/>
              <a:t>-DATA </a:t>
            </a:r>
            <a:r>
              <a:rPr lang="he-IL" dirty="0"/>
              <a:t>קטן ולאחר מכן עברנו לדאטה גדול הרבה יותר.</a:t>
            </a:r>
          </a:p>
          <a:p>
            <a:r>
              <a:rPr lang="he-IL" dirty="0"/>
              <a:t>קיבלנו מאורנה מידע ראשוני: רשימה של משתמשי גרעין פרו פלסטיניים.</a:t>
            </a:r>
          </a:p>
          <a:p>
            <a:r>
              <a:rPr lang="he-IL" dirty="0"/>
              <a:t>משם מטרתנו </a:t>
            </a:r>
            <a:r>
              <a:rPr lang="he-IL" dirty="0" err="1"/>
              <a:t>היתה</a:t>
            </a:r>
            <a:r>
              <a:rPr lang="he-IL" dirty="0"/>
              <a:t> להתרחב למשתמשים חדשים ואז לאפיין את המשתמשים החדשים הללו.</a:t>
            </a:r>
          </a:p>
          <a:p>
            <a:endParaRPr lang="he-IL" dirty="0"/>
          </a:p>
          <a:p>
            <a:r>
              <a:rPr lang="he-IL" dirty="0"/>
              <a:t>כדי לשלוף על הנתונים </a:t>
            </a:r>
            <a:r>
              <a:rPr lang="he-IL" dirty="0" err="1"/>
              <a:t>מויקיפדיה</a:t>
            </a:r>
            <a:r>
              <a:rPr lang="he-IL" dirty="0"/>
              <a:t> השתמשנו </a:t>
            </a:r>
            <a:r>
              <a:rPr lang="he-IL" dirty="0" err="1"/>
              <a:t>בפייתון</a:t>
            </a:r>
            <a:r>
              <a:rPr lang="he-IL" dirty="0"/>
              <a:t>, השליפה נעשה על </a:t>
            </a:r>
            <a:r>
              <a:rPr lang="en-US" dirty="0"/>
              <a:t>WIKIPEDIA REST API</a:t>
            </a:r>
            <a:r>
              <a:rPr lang="he-IL" dirty="0"/>
              <a:t> באמצעות בקשות </a:t>
            </a:r>
            <a:r>
              <a:rPr lang="en-US" dirty="0"/>
              <a:t>HTTP</a:t>
            </a:r>
            <a:r>
              <a:rPr lang="he-IL" dirty="0"/>
              <a:t>.</a:t>
            </a:r>
          </a:p>
          <a:p>
            <a:r>
              <a:rPr lang="he-IL" dirty="0"/>
              <a:t>בנוסף, בשל האופי הגרפי של ה-</a:t>
            </a:r>
            <a:r>
              <a:rPr lang="en-US" dirty="0"/>
              <a:t>DATA</a:t>
            </a:r>
            <a:r>
              <a:rPr lang="he-IL" dirty="0"/>
              <a:t> החלטנו לשמור את כל הנתונים הגולמיים שנוציא </a:t>
            </a:r>
            <a:r>
              <a:rPr lang="he-IL" dirty="0" err="1"/>
              <a:t>מויקיפדיה</a:t>
            </a:r>
            <a:r>
              <a:rPr lang="he-IL" dirty="0"/>
              <a:t> ב-</a:t>
            </a:r>
            <a:r>
              <a:rPr lang="en-US" dirty="0"/>
              <a:t>DB</a:t>
            </a:r>
            <a:r>
              <a:rPr lang="he-IL" dirty="0"/>
              <a:t> גרפי בשם </a:t>
            </a:r>
            <a:r>
              <a:rPr lang="en-US" dirty="0"/>
              <a:t>NEO4J</a:t>
            </a:r>
            <a:r>
              <a:rPr lang="he-IL" dirty="0"/>
              <a:t>.</a:t>
            </a:r>
          </a:p>
          <a:p>
            <a:r>
              <a:rPr lang="he-IL" dirty="0"/>
              <a:t>לבסוף, את המידע והגרפים הצגנו ע"י סקריפט </a:t>
            </a:r>
            <a:r>
              <a:rPr lang="he-IL" dirty="0" err="1"/>
              <a:t>פייתון</a:t>
            </a:r>
            <a:r>
              <a:rPr lang="he-IL" dirty="0"/>
              <a:t> נוסף ב-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r>
              <a:rPr lang="he-IL" dirty="0"/>
              <a:t>.</a:t>
            </a:r>
          </a:p>
          <a:p>
            <a:endParaRPr lang="he-IL" dirty="0"/>
          </a:p>
          <a:p>
            <a:r>
              <a:rPr lang="he-IL" dirty="0"/>
              <a:t>נציין שהמטרה לא </a:t>
            </a:r>
            <a:r>
              <a:rPr lang="he-IL" dirty="0" err="1"/>
              <a:t>היתה</a:t>
            </a:r>
            <a:r>
              <a:rPr lang="he-IL" dirty="0"/>
              <a:t> להשתמש במודל שפה, אלא בתכונות </a:t>
            </a:r>
            <a:r>
              <a:rPr lang="he-IL" dirty="0" err="1"/>
              <a:t>ויקיפדיות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7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לאחר שהחלטנו על התכונות, רצינו למדוד את טיבן.</a:t>
            </a:r>
          </a:p>
          <a:p>
            <a:r>
              <a:rPr lang="he-IL" dirty="0"/>
              <a:t>לשם כך השווינו בין אוכלוסיית המשתמשים החדשים שהתקבלו מהפיצ'רים לבין האוכלוסייה הכללית של ויקיפדיה, עליה נרחיב בהמשך.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20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</a:t>
            </a:r>
          </a:p>
          <a:p>
            <a:r>
              <a:rPr lang="he-IL" dirty="0"/>
              <a:t>לאחר שהבנו אילו תכונות טובות יותר ואילו פחות, השתמשנו באלגוריתם אופטימיזציה כדי לקבוע את הציונים האופטימליים של </a:t>
            </a:r>
            <a:r>
              <a:rPr lang="he-IL" dirty="0" err="1"/>
              <a:t>הפיצרים</a:t>
            </a:r>
            <a:r>
              <a:rPr lang="he-IL" dirty="0"/>
              <a:t>.</a:t>
            </a:r>
          </a:p>
          <a:p>
            <a:r>
              <a:rPr lang="he-IL" dirty="0"/>
              <a:t>לשם כך השתמשנו בקוד שכתבנו </a:t>
            </a:r>
            <a:r>
              <a:rPr lang="he-IL" dirty="0" err="1"/>
              <a:t>במאטלב</a:t>
            </a:r>
            <a:r>
              <a:rPr lang="he-IL" dirty="0"/>
              <a:t>.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23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לבסוף , לאחר שמצאנו את הציונים האופטימליים בנינו את התוצר הסופי:</a:t>
            </a:r>
          </a:p>
          <a:p>
            <a:r>
              <a:rPr lang="he-IL" dirty="0"/>
              <a:t>אינפוט – קובץ קונפיגורציה ומשתמשי גרעין</a:t>
            </a:r>
          </a:p>
          <a:p>
            <a:r>
              <a:rPr lang="he-IL" dirty="0" err="1"/>
              <a:t>אאוטפוט</a:t>
            </a:r>
            <a:r>
              <a:rPr lang="he-IL" dirty="0"/>
              <a:t> – רשימה של משתמשים חשודים כפרו פלסטיניים</a:t>
            </a:r>
          </a:p>
          <a:p>
            <a:endParaRPr lang="he-IL" dirty="0"/>
          </a:p>
          <a:p>
            <a:r>
              <a:rPr lang="he-IL" dirty="0"/>
              <a:t>המערכת מריצה את </a:t>
            </a:r>
            <a:r>
              <a:rPr lang="he-IL" dirty="0" err="1"/>
              <a:t>הפיצרים</a:t>
            </a:r>
            <a:r>
              <a:rPr lang="he-IL" dirty="0"/>
              <a:t> בהתאם לקונפיגורציה על משתמשי הגרעין, מתרחבת למשתמשים חדשים, נותנת ציונים ולבסוף מוציאה את המשתמשים המתאימים ביותר.</a:t>
            </a:r>
          </a:p>
          <a:p>
            <a:endParaRPr lang="he-IL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95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</a:t>
            </a:r>
          </a:p>
          <a:p>
            <a:r>
              <a:rPr lang="he-IL" dirty="0"/>
              <a:t>וזו הארכיטקטורה המלאה.</a:t>
            </a:r>
          </a:p>
          <a:p>
            <a:r>
              <a:rPr lang="he-IL" dirty="0"/>
              <a:t>כעת נתאר בהרחבה כל אחד מהחלקים.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60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 – </a:t>
            </a:r>
          </a:p>
          <a:p>
            <a:r>
              <a:rPr lang="he-IL" dirty="0"/>
              <a:t>המטרות של </a:t>
            </a:r>
            <a:r>
              <a:rPr lang="he-IL" dirty="0" err="1"/>
              <a:t>הפיצרים</a:t>
            </a:r>
            <a:r>
              <a:rPr lang="he-IL" dirty="0"/>
              <a:t> </a:t>
            </a:r>
          </a:p>
          <a:p>
            <a:r>
              <a:rPr lang="he-IL" dirty="0"/>
              <a:t>א. להציף משתמשים שהם בסבירות גבוהה פרו פלסטיניים </a:t>
            </a:r>
          </a:p>
          <a:p>
            <a:r>
              <a:rPr lang="he-IL" dirty="0"/>
              <a:t>ב. בעזרת הגרעין הגדלת המאגר שלנו למשתמשים נוספים. 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39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 </a:t>
            </a:r>
          </a:p>
          <a:p>
            <a:pPr marL="285750" marR="0" indent="-285750" algn="l" rtl="0">
              <a:lnSpc>
                <a:spcPct val="150000"/>
              </a:lnSpc>
              <a:spcBef>
                <a:spcPts val="1000"/>
              </a:spcBef>
              <a:buSzPct val="12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Every Wikipedia page has two </a:t>
            </a: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interesting features that implies the page’s security level:</a:t>
            </a:r>
            <a:endParaRPr lang="en-US" sz="20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marL="800100" lvl="1" indent="-342900" algn="l" rtl="0">
              <a:lnSpc>
                <a:spcPct val="150000"/>
              </a:lnSpc>
              <a:spcBef>
                <a:spcPts val="1000"/>
              </a:spcBef>
              <a:buFont typeface="Open Sans" panose="020B0606030504020204" pitchFamily="34" charset="0"/>
              <a:buChar char="-"/>
            </a:pP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Edit Protection</a:t>
            </a:r>
          </a:p>
          <a:p>
            <a:pPr marL="800100" lvl="1" indent="-342900" algn="l" rtl="0">
              <a:lnSpc>
                <a:spcPct val="150000"/>
              </a:lnSpc>
              <a:buFont typeface="Open Sans" panose="020B0606030504020204" pitchFamily="34" charset="0"/>
              <a:buChar char="-"/>
            </a:pP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Move Protection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40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Users in Wikipedia can also revert other users. This is a negative connection between users. </a:t>
            </a:r>
          </a:p>
          <a:p>
            <a:endParaRPr lang="he-I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In this feature we </a:t>
            </a: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ignored self-reverts (when user reverts his own contribution).</a:t>
            </a: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49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Same as reverts war, but on EC pages only.</a:t>
            </a:r>
          </a:p>
          <a:p>
            <a:pPr marL="285750" indent="-285750"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It is important to note that in EC Pages a user can revert only </a:t>
            </a:r>
            <a:r>
              <a:rPr lang="en-US" sz="1200" b="1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once a day</a:t>
            </a: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. </a:t>
            </a:r>
          </a:p>
          <a:p>
            <a:pPr algn="l" rtl="0"/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752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Users can get EC (extended confirmed) tag only when reached to 500 edits and minimum 1 month from registration. 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81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31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  <a:endParaRPr lang="en-US" dirty="0"/>
          </a:p>
          <a:p>
            <a:r>
              <a:rPr lang="en-US" dirty="0"/>
              <a:t>Scatter </a:t>
            </a:r>
            <a:r>
              <a:rPr lang="he-IL" dirty="0"/>
              <a:t>– הדרך הטובה ביותר לבדוק אם יש קורלציה בין 2 משתנים</a:t>
            </a:r>
            <a:endParaRPr lang="en-US" dirty="0"/>
          </a:p>
          <a:p>
            <a:r>
              <a:rPr lang="en-US" dirty="0"/>
              <a:t>ECDF </a:t>
            </a:r>
            <a:r>
              <a:rPr lang="he-IL" dirty="0"/>
              <a:t> - השוואת התפלגות בין קבוצות. במקרה שלנו קבוצת עורכי הגרעין וקבוצת המשתמשים מההתרחבות.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9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התרחבות אחת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עבור משתמשים שאינם בגרעין: רק 20% מהמשתמשים ערכו דפי </a:t>
            </a:r>
            <a:r>
              <a:rPr lang="en-US" dirty="0"/>
              <a:t>EC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עבור משתמשים בגרעין: 90% מהמשתמשים ערכו פחות מ 50% דפי </a:t>
            </a:r>
            <a:r>
              <a:rPr lang="en-US" dirty="0"/>
              <a:t>EC</a:t>
            </a:r>
            <a:r>
              <a:rPr lang="he-IL" dirty="0"/>
              <a:t>. </a:t>
            </a:r>
            <a:r>
              <a:rPr lang="en-US" dirty="0"/>
              <a:t>10</a:t>
            </a:r>
            <a:r>
              <a:rPr lang="he-IL" dirty="0"/>
              <a:t>% הנוספים ערכו 50-80 אחוז דפי </a:t>
            </a:r>
            <a:r>
              <a:rPr lang="en-US" dirty="0"/>
              <a:t>EC</a:t>
            </a:r>
            <a:r>
              <a:rPr lang="he-IL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he-IL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27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עשינו אותו דבר עבור </a:t>
            </a:r>
            <a:r>
              <a:rPr lang="he-IL" dirty="0" err="1"/>
              <a:t>ריוורטים</a:t>
            </a:r>
            <a:r>
              <a:rPr lang="he-IL" dirty="0"/>
              <a:t> בדפי, הגרף מתון יותר.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שאינם גרעין: 80% מהמשתמשים לא עשו </a:t>
            </a:r>
            <a:r>
              <a:rPr lang="he-IL" dirty="0" err="1"/>
              <a:t>ריוורטים</a:t>
            </a:r>
            <a:r>
              <a:rPr lang="he-IL" dirty="0"/>
              <a:t> בדפי </a:t>
            </a:r>
            <a:r>
              <a:rPr lang="en-US" dirty="0"/>
              <a:t>EC</a:t>
            </a:r>
            <a:r>
              <a:rPr lang="he-IL" dirty="0"/>
              <a:t> בכלל.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גרעין: כאן המצב טוב הרבה יותר, כ- 60% מעורכי הגרעין עשו </a:t>
            </a:r>
            <a:r>
              <a:rPr lang="he-IL" dirty="0" err="1"/>
              <a:t>ריוורטים</a:t>
            </a:r>
            <a:r>
              <a:rPr lang="he-IL" dirty="0"/>
              <a:t> בדפי </a:t>
            </a:r>
            <a:r>
              <a:rPr lang="en-US" dirty="0"/>
              <a:t>EC</a:t>
            </a:r>
            <a:r>
              <a:rPr lang="he-IL" dirty="0"/>
              <a:t>, 20% מתוכן בין 50-100 אחוז מהדפים בהם עשו </a:t>
            </a:r>
            <a:r>
              <a:rPr lang="he-IL" dirty="0" err="1"/>
              <a:t>ריוורט</a:t>
            </a:r>
            <a:r>
              <a:rPr lang="he-IL" dirty="0"/>
              <a:t> הם דפי </a:t>
            </a:r>
            <a:r>
              <a:rPr lang="en-US" dirty="0"/>
              <a:t>EC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27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97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האוכלוסייה הכללית היא בעצם רשימה של משתמשים שלקחנו מדף ויקיפדיה </a:t>
            </a:r>
            <a:r>
              <a:rPr lang="en-US" dirty="0"/>
              <a:t>recent changes</a:t>
            </a:r>
            <a:r>
              <a:rPr lang="he-IL" dirty="0"/>
              <a:t>. סיווגנו את המשתמשים שם ל-3 קבוצות: פרו פלסטיניים, פרו ישראלים </a:t>
            </a:r>
            <a:r>
              <a:rPr lang="he-IL" dirty="0" err="1"/>
              <a:t>ונייטרליים</a:t>
            </a:r>
            <a:r>
              <a:rPr lang="he-IL" dirty="0"/>
              <a:t>, באמצעות 3 תכונות עליהן נרחיב בקרוב.</a:t>
            </a:r>
          </a:p>
          <a:p>
            <a:r>
              <a:rPr lang="he-IL" dirty="0"/>
              <a:t>המטרה בשלב הזה </a:t>
            </a:r>
            <a:r>
              <a:rPr lang="he-IL" dirty="0" err="1"/>
              <a:t>היתה</a:t>
            </a:r>
            <a:r>
              <a:rPr lang="he-IL" dirty="0"/>
              <a:t> לבדוק את היכולת של </a:t>
            </a:r>
            <a:r>
              <a:rPr lang="he-IL" dirty="0" err="1"/>
              <a:t>הפיצרים</a:t>
            </a:r>
            <a:r>
              <a:rPr lang="he-IL" dirty="0"/>
              <a:t> לאתר משתמשים פרו פלסטיניים בהשוואה לאוכלוסייה הכללית.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562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</a:t>
            </a:r>
          </a:p>
          <a:p>
            <a:r>
              <a:rPr lang="he-IL" dirty="0"/>
              <a:t>משתמשים </a:t>
            </a:r>
            <a:r>
              <a:rPr lang="he-IL" dirty="0" err="1"/>
              <a:t>בויקפדיה</a:t>
            </a:r>
            <a:r>
              <a:rPr lang="he-IL" dirty="0"/>
              <a:t> יכולים להעיד על עצמם באמצעות </a:t>
            </a:r>
            <a:r>
              <a:rPr lang="he-IL" dirty="0" err="1"/>
              <a:t>יוזרבוקסים</a:t>
            </a:r>
            <a:r>
              <a:rPr lang="he-IL" dirty="0"/>
              <a:t> בדף המשתמש שלהם.</a:t>
            </a:r>
          </a:p>
          <a:p>
            <a:r>
              <a:rPr lang="he-IL" dirty="0"/>
              <a:t>שמנו לב </a:t>
            </a:r>
            <a:r>
              <a:rPr lang="he-IL" dirty="0" err="1"/>
              <a:t>שיוזרבוקסים</a:t>
            </a:r>
            <a:r>
              <a:rPr lang="he-IL" dirty="0"/>
              <a:t> מעידים בצורה טובה על משתמשים.</a:t>
            </a:r>
          </a:p>
          <a:p>
            <a:r>
              <a:rPr lang="he-IL" dirty="0"/>
              <a:t>וכתוצאה מכך ניסינו לסווג </a:t>
            </a:r>
            <a:r>
              <a:rPr lang="he-IL" dirty="0" err="1"/>
              <a:t>יוזרבוקסים</a:t>
            </a:r>
            <a:r>
              <a:rPr lang="he-IL" dirty="0"/>
              <a:t> פרו פלסטיניים ובאופן סימטרי גם </a:t>
            </a:r>
            <a:r>
              <a:rPr lang="he-IL" dirty="0" err="1"/>
              <a:t>יוזרבוקסים</a:t>
            </a:r>
            <a:r>
              <a:rPr lang="he-IL" dirty="0"/>
              <a:t> פרו ישראלים.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28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</a:t>
            </a:r>
          </a:p>
          <a:p>
            <a:r>
              <a:rPr lang="he-IL" dirty="0"/>
              <a:t>אלו חלק </a:t>
            </a:r>
            <a:r>
              <a:rPr lang="he-IL" dirty="0" err="1"/>
              <a:t>מהיוזרבוקסים</a:t>
            </a:r>
            <a:r>
              <a:rPr lang="he-IL" dirty="0"/>
              <a:t> שסיווגנו כפרו פלסטיניים, חלקם מובהקים יותר וחלקם פחות, אך בבדיקה שערכנו (ע"י מעבר על המשתמשים בעלי </a:t>
            </a:r>
            <a:r>
              <a:rPr lang="he-IL" dirty="0" err="1"/>
              <a:t>היוזרבוקסים</a:t>
            </a:r>
            <a:r>
              <a:rPr lang="he-IL" dirty="0"/>
              <a:t> הללו בצורה ידנית) הם נתנו לנו תוצאות דיי טובות.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10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שמות משתמש בערבית – ממדגם שבדקנו ראינו שגם התכונה הזו מסווגת בצורה טובה משתמשים פרו פלסטיניים.</a:t>
            </a:r>
          </a:p>
          <a:p>
            <a:r>
              <a:rPr lang="he-IL" dirty="0"/>
              <a:t>בצורה סימטרית – סיוגנו משתמשים פרו ישראלים כבעלי שם משתמש בעברית.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6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שייכות </a:t>
            </a:r>
            <a:r>
              <a:rPr lang="he-IL" dirty="0" err="1"/>
              <a:t>לפרוייקט</a:t>
            </a:r>
            <a:r>
              <a:rPr lang="he-IL" dirty="0"/>
              <a:t> פלסטין </a:t>
            </a:r>
            <a:r>
              <a:rPr lang="he-IL" dirty="0" err="1"/>
              <a:t>בויקיפדיה</a:t>
            </a:r>
            <a:r>
              <a:rPr lang="he-IL" dirty="0"/>
              <a:t>.</a:t>
            </a:r>
          </a:p>
          <a:p>
            <a:r>
              <a:rPr lang="he-IL" dirty="0"/>
              <a:t>קראנו מספר מאמרים שמתארים את קבוצת החברים הזו כקבוצה שמטה ערכים </a:t>
            </a:r>
            <a:r>
              <a:rPr lang="he-IL" dirty="0" err="1"/>
              <a:t>בויקיפדיה</a:t>
            </a:r>
            <a:r>
              <a:rPr lang="he-IL" dirty="0"/>
              <a:t> ופוגעת </a:t>
            </a:r>
            <a:r>
              <a:rPr lang="he-IL" dirty="0" err="1"/>
              <a:t>בנייטרליות</a:t>
            </a:r>
            <a:r>
              <a:rPr lang="he-IL" dirty="0"/>
              <a:t> של ויקיפדיה לטובת הפלסטינים.</a:t>
            </a:r>
          </a:p>
          <a:p>
            <a:r>
              <a:rPr lang="he-IL" dirty="0"/>
              <a:t>לכן שלפנו על רשימת המשתמשים הפעילים </a:t>
            </a:r>
            <a:r>
              <a:rPr lang="he-IL" dirty="0" err="1"/>
              <a:t>בפרוייקט</a:t>
            </a:r>
            <a:r>
              <a:rPr lang="he-IL" dirty="0"/>
              <a:t> פלסטין, ואם המשתמש שקיבלנו שייך לרשימה הזו, סיווגנו גם אותו כפרו פלסטיני.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6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r>
              <a:rPr lang="he-IL" dirty="0"/>
              <a:t>4 ימים אחורה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871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8F09-94C6-9D4D-E884-3EF5815E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B78BE30-9D4F-B4A8-4D0A-7C9AF12EC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39746C6B-550C-C3A0-790F-B37FABDBE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endParaRPr lang="he-IL" dirty="0"/>
          </a:p>
          <a:p>
            <a:r>
              <a:rPr lang="he-IL" dirty="0"/>
              <a:t>מעתה והלאה נסמן על הגרפים:</a:t>
            </a:r>
          </a:p>
          <a:p>
            <a:r>
              <a:rPr lang="he-IL" dirty="0"/>
              <a:t>*  תוחלת פרו פלסטיניים +- שונות בירוק</a:t>
            </a:r>
          </a:p>
          <a:p>
            <a:r>
              <a:rPr lang="he-IL" dirty="0"/>
              <a:t>* תוחלת פרו ישראלים +- שונות בסגול מקווקו</a:t>
            </a:r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65EFFBF-5206-A79E-8BD3-2392D03FF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657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 – </a:t>
            </a:r>
          </a:p>
          <a:p>
            <a:r>
              <a:rPr lang="he-IL" dirty="0"/>
              <a:t>מתכנס אחרי 4 </a:t>
            </a:r>
            <a:r>
              <a:rPr lang="he-IL" dirty="0" err="1"/>
              <a:t>איטרציות</a:t>
            </a:r>
            <a:endParaRPr lang="he-IL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17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36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חודשיים אחורה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640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r>
              <a:rPr lang="he-IL" dirty="0"/>
              <a:t>הזמן שלקח מהרשמת המשתמש עד לקבל תג </a:t>
            </a:r>
            <a:r>
              <a:rPr lang="en-US" dirty="0"/>
              <a:t>EC</a:t>
            </a:r>
            <a:endParaRPr lang="he-IL" dirty="0"/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480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076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041B-6B18-DBF6-AA52-6E7A1C59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7C73070-98E8-9F15-C6AE-CEC3CA146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F4B61A9-A7B9-73EC-13C8-3D20DCC1B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</a:p>
          <a:p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4AEC545-E2E9-E7D7-203E-62C0535A6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196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כעת, כשיש לנו </a:t>
            </a:r>
            <a:r>
              <a:rPr lang="he-IL" dirty="0" err="1"/>
              <a:t>פיצרים</a:t>
            </a:r>
            <a:r>
              <a:rPr lang="he-IL" dirty="0"/>
              <a:t> שהוכחו במדידות כטובים, נרצה לדעת מהו החוזק של כל </a:t>
            </a:r>
            <a:r>
              <a:rPr lang="he-IL" dirty="0" err="1"/>
              <a:t>פיצר</a:t>
            </a:r>
            <a:r>
              <a:rPr lang="he-IL" dirty="0"/>
              <a:t>-  כלומר איזה ציון לתת לכל אחד </a:t>
            </a:r>
            <a:r>
              <a:rPr lang="he-IL" dirty="0" err="1"/>
              <a:t>מהפיצרים</a:t>
            </a:r>
            <a:r>
              <a:rPr lang="he-IL" dirty="0"/>
              <a:t> .</a:t>
            </a:r>
          </a:p>
          <a:p>
            <a:r>
              <a:rPr lang="he-IL" dirty="0"/>
              <a:t>הציון לבסוף יקבע אילו מהמשתמשים הם במידה חזקה פרו פלסטיניים ואלו "נקלעו לסיטואציה" ולכן ייפלו בגיזום.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303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</a:t>
            </a:r>
          </a:p>
          <a:p>
            <a:r>
              <a:rPr lang="he-IL" dirty="0"/>
              <a:t>חקרנו על מספר שיטות אופטימיזציה, ביניהן </a:t>
            </a:r>
            <a:r>
              <a:rPr lang="en-US" dirty="0"/>
              <a:t>gradient descent, simulated annealing</a:t>
            </a:r>
            <a:r>
              <a:rPr lang="he-IL" dirty="0"/>
              <a:t> ואלגוריתם חמדן, ניתחנו את היתרונות והחסרונות ולבסוף החלטנו להתקדם עם אלגוריתם האמבה                   </a:t>
            </a:r>
          </a:p>
          <a:p>
            <a:r>
              <a:rPr lang="he-IL" dirty="0"/>
              <a:t>(או בשמו הנוסף </a:t>
            </a:r>
            <a:r>
              <a:rPr lang="he-IL" dirty="0" err="1"/>
              <a:t>נלדר</a:t>
            </a:r>
            <a:r>
              <a:rPr lang="he-IL" dirty="0"/>
              <a:t> מיד על שם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3" tooltip="John Nelder"/>
              </a:rPr>
              <a:t>John </a:t>
            </a:r>
            <a:r>
              <a:rPr lang="en-US" b="0" i="0" u="none" strike="noStrike" dirty="0" err="1">
                <a:effectLst/>
                <a:latin typeface="Arial" panose="020B0604020202020204" pitchFamily="34" charset="0"/>
                <a:hlinkClick r:id="rId3" tooltip="John Nelder"/>
              </a:rPr>
              <a:t>Nelder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4" tooltip="Roger Mead"/>
              </a:rPr>
              <a:t>Roger Mead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he-I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שפיתחו אותו) והוא נקרא כך משום שהוא משוטט על המרחב, בדומה לאמבה, כמו שניתן לראות ב-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GIF</a:t>
            </a:r>
            <a:r>
              <a:rPr lang="he-IL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he-IL" dirty="0"/>
          </a:p>
          <a:p>
            <a:r>
              <a:rPr lang="he-IL" dirty="0"/>
              <a:t>האלגוריתם מסוגל למפות את המרחב גם מבלי לדעת הפונקציה, ניתן להריץ אותו על </a:t>
            </a:r>
            <a:r>
              <a:rPr lang="he-IL" dirty="0" err="1"/>
              <a:t>פונקצייה</a:t>
            </a:r>
            <a:r>
              <a:rPr lang="he-IL" dirty="0"/>
              <a:t> שאינה רציפה או גזירה, והוא מתאים למרחבים- </a:t>
            </a:r>
            <a:r>
              <a:rPr lang="en-US" dirty="0"/>
              <a:t>n</a:t>
            </a:r>
            <a:r>
              <a:rPr lang="he-IL" dirty="0"/>
              <a:t> </a:t>
            </a:r>
            <a:r>
              <a:rPr lang="he-IL" dirty="0" err="1"/>
              <a:t>מימדיים</a:t>
            </a:r>
            <a:r>
              <a:rPr lang="he-IL" dirty="0"/>
              <a:t>. </a:t>
            </a:r>
          </a:p>
          <a:p>
            <a:r>
              <a:rPr lang="he-IL" dirty="0"/>
              <a:t>מטרתו למצוא את הנקודות האופטימליות עבורם פונקציית ה- </a:t>
            </a:r>
            <a:r>
              <a:rPr lang="en-US" dirty="0"/>
              <a:t>OBJECTIVE</a:t>
            </a:r>
            <a:r>
              <a:rPr lang="he-IL" dirty="0"/>
              <a:t> היא המינימלית.</a:t>
            </a:r>
          </a:p>
          <a:p>
            <a:endParaRPr lang="he-IL" dirty="0"/>
          </a:p>
          <a:p>
            <a:r>
              <a:rPr lang="he-IL" dirty="0"/>
              <a:t>פונקציית ה </a:t>
            </a:r>
            <a:r>
              <a:rPr lang="en-US" dirty="0"/>
              <a:t>OBJECTIVE</a:t>
            </a:r>
            <a:r>
              <a:rPr lang="he-IL" dirty="0"/>
              <a:t> במקרה שלנו היא אחוז המשתמשים הפרו פלסטיניים ב-</a:t>
            </a:r>
            <a:r>
              <a:rPr lang="en-US" dirty="0"/>
              <a:t>DB</a:t>
            </a:r>
            <a:r>
              <a:rPr lang="he-IL" dirty="0"/>
              <a:t> שלנו (לפי המדד שלנו של </a:t>
            </a:r>
            <a:r>
              <a:rPr lang="he-IL" dirty="0" err="1"/>
              <a:t>יוזרבוקסים</a:t>
            </a:r>
            <a:r>
              <a:rPr lang="he-IL" dirty="0"/>
              <a:t>, שייכות </a:t>
            </a:r>
            <a:r>
              <a:rPr lang="he-IL" dirty="0" err="1"/>
              <a:t>לפרוייקט</a:t>
            </a:r>
            <a:r>
              <a:rPr lang="he-IL" dirty="0"/>
              <a:t> פלסטין ושם משתמש בערבית), </a:t>
            </a:r>
            <a:r>
              <a:rPr lang="he-IL" dirty="0" err="1"/>
              <a:t>וה</a:t>
            </a:r>
            <a:r>
              <a:rPr lang="he-IL" dirty="0"/>
              <a:t> </a:t>
            </a:r>
            <a:r>
              <a:rPr lang="en-US" dirty="0"/>
              <a:t>SIMPLEX</a:t>
            </a:r>
            <a:r>
              <a:rPr lang="he-IL" dirty="0"/>
              <a:t> מורכב מנקודות שהן הציונים עבור כל </a:t>
            </a:r>
            <a:r>
              <a:rPr lang="he-IL" dirty="0" err="1"/>
              <a:t>פיצר</a:t>
            </a:r>
            <a:r>
              <a:rPr lang="he-IL" dirty="0"/>
              <a:t>. בנוסף, נגדיר משתנה גיזום </a:t>
            </a:r>
            <a:r>
              <a:rPr lang="en-US" dirty="0"/>
              <a:t>prune</a:t>
            </a:r>
            <a:r>
              <a:rPr lang="he-IL" dirty="0"/>
              <a:t> שיהיה קבוע ושווה ל ½.</a:t>
            </a:r>
          </a:p>
          <a:p>
            <a:endParaRPr lang="he-IL" dirty="0"/>
          </a:p>
          <a:p>
            <a:r>
              <a:rPr lang="he-IL" dirty="0"/>
              <a:t>תיארנו בשקופית את האלגוריתם אבל לא נרחיב עליו.</a:t>
            </a:r>
          </a:p>
          <a:p>
            <a:endParaRPr lang="he-IL" dirty="0"/>
          </a:p>
          <a:p>
            <a:r>
              <a:rPr lang="he-IL" dirty="0"/>
              <a:t>(אם ירצו הרחבה)</a:t>
            </a:r>
          </a:p>
          <a:p>
            <a:r>
              <a:rPr lang="he-IL" dirty="0"/>
              <a:t>בגדול, מאתחלים 3 נקודות למיקומים אקראיים, ומחשבים את המרכז של 3 הנקודות.</a:t>
            </a:r>
          </a:p>
          <a:p>
            <a:r>
              <a:rPr lang="he-IL" dirty="0"/>
              <a:t>הנקודה בעלת הערך הגבוה ביותר היא ה </a:t>
            </a:r>
            <a:r>
              <a:rPr lang="en-US" dirty="0"/>
              <a:t>BEST</a:t>
            </a:r>
            <a:r>
              <a:rPr lang="he-IL" dirty="0"/>
              <a:t> והגרועה ביותר היא ה-</a:t>
            </a:r>
            <a:r>
              <a:rPr lang="en-US" dirty="0"/>
              <a:t>WORST</a:t>
            </a:r>
            <a:r>
              <a:rPr lang="he-IL" dirty="0"/>
              <a:t>.</a:t>
            </a:r>
          </a:p>
          <a:p>
            <a:r>
              <a:rPr lang="he-IL" dirty="0"/>
              <a:t>מחשבים </a:t>
            </a:r>
            <a:r>
              <a:rPr lang="en-US" dirty="0"/>
              <a:t>EXPAND</a:t>
            </a:r>
            <a:r>
              <a:rPr lang="he-IL" dirty="0"/>
              <a:t> – אם הוא טוב יותר מהנקודה הרעה, מחליפים את הרעה ב</a:t>
            </a:r>
            <a:r>
              <a:rPr lang="en-US" dirty="0"/>
              <a:t>EXPAND</a:t>
            </a:r>
            <a:r>
              <a:rPr lang="he-IL" dirty="0"/>
              <a:t>.</a:t>
            </a:r>
          </a:p>
          <a:p>
            <a:r>
              <a:rPr lang="he-IL" dirty="0"/>
              <a:t>מחשבים </a:t>
            </a:r>
            <a:r>
              <a:rPr lang="en-US" dirty="0"/>
              <a:t>REFLECTED</a:t>
            </a:r>
            <a:r>
              <a:rPr lang="he-IL" dirty="0"/>
              <a:t> – אם טוב יותר מהרע, החלף את הרעה ב</a:t>
            </a:r>
            <a:r>
              <a:rPr lang="en-US" dirty="0"/>
              <a:t>REFLECTED</a:t>
            </a:r>
            <a:r>
              <a:rPr lang="he-IL" dirty="0"/>
              <a:t>.</a:t>
            </a:r>
          </a:p>
          <a:p>
            <a:r>
              <a:rPr lang="he-IL" dirty="0"/>
              <a:t>מחשבים </a:t>
            </a:r>
            <a:r>
              <a:rPr lang="en-US" dirty="0"/>
              <a:t>CONTRACT</a:t>
            </a:r>
            <a:r>
              <a:rPr lang="he-IL" dirty="0"/>
              <a:t> – כנ"ל</a:t>
            </a:r>
          </a:p>
          <a:p>
            <a:endParaRPr lang="he-IL" dirty="0"/>
          </a:p>
          <a:p>
            <a:r>
              <a:rPr lang="he-IL" dirty="0"/>
              <a:t>לבסוף אם שום דבר לא עוזר מכווצים את ה </a:t>
            </a:r>
            <a:r>
              <a:rPr lang="en-US" dirty="0"/>
              <a:t>OTHER</a:t>
            </a:r>
            <a:r>
              <a:rPr lang="he-IL" dirty="0"/>
              <a:t> </a:t>
            </a:r>
            <a:r>
              <a:rPr lang="he-IL" dirty="0" err="1"/>
              <a:t>וה</a:t>
            </a:r>
            <a:r>
              <a:rPr lang="he-IL" dirty="0"/>
              <a:t> </a:t>
            </a:r>
            <a:r>
              <a:rPr lang="en-US" dirty="0"/>
              <a:t>WORST</a:t>
            </a:r>
            <a:r>
              <a:rPr lang="he-IL" dirty="0"/>
              <a:t> לכיוון ה </a:t>
            </a:r>
            <a:r>
              <a:rPr lang="en-US" dirty="0"/>
              <a:t>BEST</a:t>
            </a:r>
            <a:r>
              <a:rPr lang="he-IL" dirty="0"/>
              <a:t>.</a:t>
            </a:r>
          </a:p>
          <a:p>
            <a:r>
              <a:rPr lang="he-IL" dirty="0"/>
              <a:t>רצים בלולאה עד שאין שיפור או שמגיעים לספר מקסימלי של </a:t>
            </a:r>
            <a:r>
              <a:rPr lang="he-IL" dirty="0" err="1"/>
              <a:t>איטרציות</a:t>
            </a:r>
            <a:r>
              <a:rPr lang="he-IL" dirty="0"/>
              <a:t> ואז מחזירים את ה </a:t>
            </a:r>
            <a:r>
              <a:rPr lang="en-US" dirty="0"/>
              <a:t>BEST</a:t>
            </a:r>
            <a:r>
              <a:rPr lang="he-IL" dirty="0"/>
              <a:t>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006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חישוב הציון לפי אלגוריתם האמבה:</a:t>
            </a:r>
          </a:p>
          <a:p>
            <a:r>
              <a:rPr lang="he-IL" dirty="0"/>
              <a:t>* עבור תרומות לדפי </a:t>
            </a:r>
            <a:r>
              <a:rPr lang="en-US" dirty="0"/>
              <a:t>EC</a:t>
            </a:r>
            <a:r>
              <a:rPr lang="he-IL" dirty="0"/>
              <a:t>: אחוז התרומות לדפי </a:t>
            </a:r>
            <a:r>
              <a:rPr lang="en-US" dirty="0"/>
              <a:t>EC</a:t>
            </a:r>
            <a:r>
              <a:rPr lang="he-IL" dirty="0"/>
              <a:t> כפול ציון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עבור </a:t>
            </a:r>
            <a:r>
              <a:rPr lang="en-US" dirty="0"/>
              <a:t>EC TAG</a:t>
            </a:r>
            <a:r>
              <a:rPr lang="he-IL" dirty="0"/>
              <a:t>: 1 חלקי משך הזמן שעבר מההרשמה ועד לקבלת </a:t>
            </a:r>
            <a:r>
              <a:rPr lang="en-US" dirty="0"/>
              <a:t>EC TAG</a:t>
            </a:r>
            <a:r>
              <a:rPr lang="he-IL" dirty="0"/>
              <a:t> כפול ציון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עבור </a:t>
            </a:r>
            <a:r>
              <a:rPr lang="he-IL" dirty="0" err="1"/>
              <a:t>ריוורטים</a:t>
            </a:r>
            <a:r>
              <a:rPr lang="he-IL" dirty="0"/>
              <a:t> בדפי </a:t>
            </a:r>
            <a:r>
              <a:rPr lang="en-US" dirty="0"/>
              <a:t>EC</a:t>
            </a:r>
            <a:r>
              <a:rPr lang="he-IL" dirty="0"/>
              <a:t> – אחוז </a:t>
            </a:r>
            <a:r>
              <a:rPr lang="he-IL" dirty="0" err="1"/>
              <a:t>הריוורטים</a:t>
            </a:r>
            <a:r>
              <a:rPr lang="he-IL" dirty="0"/>
              <a:t> שהמשתמש עשה בדפי </a:t>
            </a:r>
            <a:r>
              <a:rPr lang="en-US" dirty="0"/>
              <a:t>EC</a:t>
            </a:r>
            <a:r>
              <a:rPr lang="he-IL" dirty="0"/>
              <a:t> כפוך ציון 3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69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אלו תוצאות האמבה.</a:t>
            </a:r>
          </a:p>
          <a:p>
            <a:r>
              <a:rPr lang="he-IL" dirty="0"/>
              <a:t>הרצנו את האמבה מ-200 נקודות התחלה שונות, ואלו גרפים עבור חלק מהתוצאות שקיבלנו.</a:t>
            </a:r>
          </a:p>
          <a:p>
            <a:r>
              <a:rPr lang="he-IL" dirty="0"/>
              <a:t>שמחנו לראות שהאמבה מצליחה "להיחלץ" מכתפיים (כלומר מרצף מנקודות קבועות לפני עלייה נוספת) אך נקלעת למקסימום לוקאלי, לכן היה חשוב להריץ אותה מנקודות התחלה שונות.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441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לבסוף, התעניינו מאוד לראות את המרחב שלנו – כלומר איך נראה ממוצע הפרו פלסטיניים ב-</a:t>
            </a:r>
            <a:r>
              <a:rPr lang="en-US" dirty="0"/>
              <a:t>DB</a:t>
            </a:r>
            <a:r>
              <a:rPr lang="he-IL" dirty="0"/>
              <a:t> שלנו כתלות בציונים.</a:t>
            </a:r>
          </a:p>
          <a:p>
            <a:endParaRPr lang="he-IL" dirty="0"/>
          </a:p>
          <a:p>
            <a:r>
              <a:rPr lang="he-IL" dirty="0"/>
              <a:t>לאחר שהאמבה "מיפתה" לנו את המרחב, ציירנו על גבי גרף תלת </a:t>
            </a:r>
            <a:r>
              <a:rPr lang="he-IL" dirty="0" err="1"/>
              <a:t>מימדי</a:t>
            </a:r>
            <a:r>
              <a:rPr lang="he-IL" dirty="0"/>
              <a:t> כל 2 </a:t>
            </a:r>
            <a:r>
              <a:rPr lang="he-IL" dirty="0" err="1"/>
              <a:t>פיצרים</a:t>
            </a:r>
            <a:r>
              <a:rPr lang="he-IL" dirty="0"/>
              <a:t>, באמצעות הנקודות שקיבלנו מהאמבה ואינטרפולציה לינארית ביניהן, ליצירת משטח "חלק".</a:t>
            </a:r>
          </a:p>
          <a:p>
            <a:endParaRPr lang="he-IL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ניתן לראות כי בגרפים 2+3, המקסימום הגלובלי מתקבל כאשר ציון 3, כלומר </a:t>
            </a:r>
            <a:r>
              <a:rPr lang="he-IL" dirty="0" err="1"/>
              <a:t>הריוורטים</a:t>
            </a:r>
            <a:r>
              <a:rPr lang="he-IL" dirty="0"/>
              <a:t>, קרוב ל-0.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לכן ניסינו לאפס אותו, להריץ שוב את האמבה ולמפות שוב את המרחב.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509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זהו הגרף הסופי שקיבלנו, לאחר איפוס ציון 3 , כלומר </a:t>
            </a:r>
            <a:r>
              <a:rPr lang="he-IL" dirty="0" err="1"/>
              <a:t>הריוורטים</a:t>
            </a:r>
            <a:r>
              <a:rPr lang="he-IL" dirty="0"/>
              <a:t>.</a:t>
            </a:r>
          </a:p>
          <a:p>
            <a:r>
              <a:rPr lang="he-IL" dirty="0"/>
              <a:t>ניתן לראות שנוצר מקסימום גלובלי יחיד, עבור הציונים </a:t>
            </a:r>
            <a:r>
              <a:rPr lang="en-US" dirty="0"/>
              <a:t>0.4,0.5,0</a:t>
            </a:r>
            <a:r>
              <a:rPr lang="he-IL" dirty="0"/>
              <a:t> וערך גיזום ½  . אלו הציונים שבהם נשתמש לקבלת התוצר הסופי.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395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34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גרעין מקורי שאורנה נתנה להריץ על דאטה לפני 5 חודשים, פרק זמן של חודש אחורה (ספטמבר עד אוקטובר)</a:t>
            </a:r>
          </a:p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614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63BBD-5BA4-66D9-8CF9-BB9EA6E6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8001BE50-CE4E-6DD1-F855-40CD8DA24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7F86A8DF-4075-D61A-E4DB-834DDC897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 </a:t>
            </a:r>
          </a:p>
          <a:p>
            <a:r>
              <a:rPr lang="he-IL" dirty="0" err="1"/>
              <a:t>יוזרים</a:t>
            </a:r>
            <a:r>
              <a:rPr lang="he-IL" dirty="0"/>
              <a:t> לא ברשימה הסופית אבל שהצפנו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70988CC-B125-0929-DCF7-93A1D40CE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207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323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139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אלי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479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</a:p>
          <a:p>
            <a:r>
              <a:rPr lang="he-IL" dirty="0"/>
              <a:t>בנוסף, כשעברנו על משתמשים ברשימה הסופית שקיבלנו, ראינו שיש משתמשים רבים שנרשמו </a:t>
            </a:r>
            <a:r>
              <a:rPr lang="he-IL" dirty="0" err="1"/>
              <a:t>לויקיפדיה</a:t>
            </a:r>
            <a:r>
              <a:rPr lang="he-IL" dirty="0"/>
              <a:t> לפני שנים רבות (לפחות 5 שנים אחורה), עשו מספר יחסית קטן של עריכות ונעלמו </a:t>
            </a:r>
            <a:r>
              <a:rPr lang="he-IL" dirty="0" err="1"/>
              <a:t>מויקיפדיה</a:t>
            </a:r>
            <a:r>
              <a:rPr lang="he-IL" dirty="0"/>
              <a:t>.</a:t>
            </a:r>
          </a:p>
          <a:p>
            <a:r>
              <a:rPr lang="he-IL" dirty="0"/>
              <a:t>לפתע, באזור אוקטובר 2023 חזרו </a:t>
            </a:r>
            <a:r>
              <a:rPr lang="he-IL" dirty="0" err="1"/>
              <a:t>לויקיפדיה</a:t>
            </a:r>
            <a:r>
              <a:rPr lang="he-IL" dirty="0"/>
              <a:t> וביצעו מספר גדול מאוד של עריכות – דבר שמחשיד אותם כעורכים מוטים (או כמשתמשים פיקטיביים של עורכים מוטים) שחזרו לערוך בעקבות המלחמה.</a:t>
            </a:r>
          </a:p>
          <a:p>
            <a:r>
              <a:rPr lang="he-IL" dirty="0"/>
              <a:t>נציע לחקור את זה </a:t>
            </a:r>
            <a:r>
              <a:rPr lang="he-IL" dirty="0" err="1"/>
              <a:t>כפרוייקט</a:t>
            </a:r>
            <a:r>
              <a:rPr lang="he-IL" dirty="0"/>
              <a:t> המשך.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108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766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C7B6C-67EF-0378-87C2-5D8B517E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02FD5E08-88BF-A85A-BEB1-C80DFB9CC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4DF2E30-A42A-2983-FFA2-7AAAE86E1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</a:t>
            </a:r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A2584B8-CDC5-D645-113F-90B184DA2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183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שי – </a:t>
            </a:r>
          </a:p>
          <a:p>
            <a:r>
              <a:rPr lang="he-IL" dirty="0"/>
              <a:t>ככה ה- </a:t>
            </a:r>
            <a:r>
              <a:rPr lang="en-US" dirty="0"/>
              <a:t>DB</a:t>
            </a:r>
            <a:r>
              <a:rPr lang="he-IL" dirty="0"/>
              <a:t> נראה, הוא מבוסס על </a:t>
            </a:r>
            <a:r>
              <a:rPr lang="en-US" dirty="0"/>
              <a:t>EDGES</a:t>
            </a:r>
            <a:r>
              <a:rPr lang="he-IL" dirty="0"/>
              <a:t> שהם המשתמשים או הדפים ועל קשרים ביניהם.</a:t>
            </a:r>
          </a:p>
          <a:p>
            <a:r>
              <a:rPr lang="he-IL" dirty="0"/>
              <a:t>נסביר על כך בפירוט במשך המצגת.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CD909-CB97-4B4F-8468-CCE6BAD82AA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9844C-262E-4A2E-9D70-3421A0361118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382CF-C4AF-4040-AA4F-87552D92F134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A3C44-0620-4C53-91D9-4CEE1FE1747B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BF985-5BCE-4F9B-96D9-1BBDE0303B3E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5AB0-56DE-4DBF-BDA5-373401B54848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FF1ED-0A3F-458C-A042-91A5D0F260A6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C608D-5007-4B92-B98B-FA7E91BA2DC9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1253-5AD9-4FFE-8AF1-1D8D6D99A588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114C3-6FAE-4829-AC82-22B6C426E34C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62B56-7880-4444-B468-C0CB1529153B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93403-3834-4E63-8D72-023E04708DE1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D4D8-BDDC-4F9F-87AE-6C3E4B95E60E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CAD4-417D-4763-B3B0-345639C89C4C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a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676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view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DC8F2F-BA3F-48E2-93FD-0C51EA9CCBC7}" type="datetime1">
              <a:rPr lang="en-US" noProof="0" smtClean="0"/>
              <a:t>2/9/2025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noProof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1658836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1658836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1658836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871764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877206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877206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0891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34BAEDB-F308-4E93-B78E-90A196A8ABCF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noProof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EE60C30-1E68-46E0-A245-00B9779AE521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he-IL" noProof="0"/>
              <a:t>לחץ על הסמל כדי להוסיף תמונה</a:t>
            </a:r>
            <a:endParaRPr lang="en-US" noProof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noProof="0"/>
              <a:t>לחץ כדי לערוך סגנונות טקסט של תבנית בסיס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9E7C63-D453-4C2D-851E-ED70A0DCD526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58B053-4EE1-48C9-B0C0-18A5D66018F7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C3A53-74D6-41AD-AA8A-C1AB53C49229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61" r:id="rId5"/>
    <p:sldLayoutId id="2147483676" r:id="rId6"/>
    <p:sldLayoutId id="2147483675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6" r:id="rId13"/>
    <p:sldLayoutId id="2147483683" r:id="rId14"/>
    <p:sldLayoutId id="2147483685" r:id="rId15"/>
    <p:sldLayoutId id="2147483684" r:id="rId16"/>
    <p:sldLayoutId id="2147483680" r:id="rId17"/>
    <p:sldLayoutId id="2147483691" r:id="rId18"/>
    <p:sldLayoutId id="2147483692" r:id="rId19"/>
    <p:sldLayoutId id="2147483693" r:id="rId20"/>
    <p:sldLayoutId id="2147483694" r:id="rId21"/>
    <p:sldLayoutId id="2147483688" r:id="rId22"/>
    <p:sldLayoutId id="2147483687" r:id="rId23"/>
    <p:sldLayoutId id="2147483689" r:id="rId24"/>
    <p:sldLayoutId id="2147483690" r:id="rId25"/>
    <p:sldLayoutId id="2147483695" r:id="rId26"/>
    <p:sldLayoutId id="2147483696" r:id="rId27"/>
    <p:sldLayoutId id="2147483697" r:id="rId28"/>
    <p:sldLayoutId id="2147483698" r:id="rId29"/>
    <p:sldLayoutId id="2147483667" r:id="rId30"/>
    <p:sldLayoutId id="2147483703" r:id="rId31"/>
    <p:sldLayoutId id="2147483704" r:id="rId32"/>
    <p:sldLayoutId id="2147483705" r:id="rId33"/>
    <p:sldLayoutId id="2147483706" r:id="rId34"/>
    <p:sldLayoutId id="2147483668" r:id="rId35"/>
    <p:sldLayoutId id="2147483700" r:id="rId36"/>
    <p:sldLayoutId id="2147483699" r:id="rId37"/>
    <p:sldLayoutId id="2147483701" r:id="rId38"/>
    <p:sldLayoutId id="2147483702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png"/><Relationship Id="rId4" Type="http://schemas.openxmlformats.org/officeDocument/2006/relationships/image" Target="../media/image3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3.png"/><Relationship Id="rId4" Type="http://schemas.openxmlformats.org/officeDocument/2006/relationships/image" Target="../media/image5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תמונה 31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F60B7507-E482-8D05-E27F-AD999BBED4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733230" y="0"/>
            <a:ext cx="7510794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5"/>
            <a:ext cx="8568267" cy="1165405"/>
          </a:xfrm>
        </p:spPr>
        <p:txBody>
          <a:bodyPr>
            <a:noAutofit/>
          </a:bodyPr>
          <a:lstStyle/>
          <a:p>
            <a:pPr marR="0" indent="57150">
              <a:lnSpc>
                <a:spcPct val="150000"/>
              </a:lnSpc>
              <a:spcBef>
                <a:spcPts val="1000"/>
              </a:spcBef>
            </a:pPr>
            <a:r>
              <a:rPr lang="en-US" sz="2000" b="1" dirty="0">
                <a:effectLst/>
                <a:latin typeface="+mj-lt"/>
                <a:ea typeface="Economica"/>
              </a:rPr>
              <a:t>Team: Eliyahu Wiener, Shai Tayar </a:t>
            </a:r>
            <a:endParaRPr lang="en-US" sz="2000" dirty="0">
              <a:effectLst/>
              <a:latin typeface="+mj-lt"/>
              <a:ea typeface="Open Sans" panose="020B0606030504020204" pitchFamily="34" charset="0"/>
            </a:endParaRPr>
          </a:p>
          <a:p>
            <a:pPr marR="0" indent="57150">
              <a:lnSpc>
                <a:spcPct val="150000"/>
              </a:lnSpc>
              <a:spcBef>
                <a:spcPts val="1000"/>
              </a:spcBef>
            </a:pPr>
            <a:r>
              <a:rPr lang="en-US" sz="2000" b="1" dirty="0">
                <a:effectLst/>
                <a:latin typeface="+mj-lt"/>
                <a:ea typeface="Economica"/>
              </a:rPr>
              <a:t>Advisor: Hovav Gazit, Orna Agmon Ben-Yehuda</a:t>
            </a:r>
            <a:endParaRPr lang="en-US" sz="2000" dirty="0">
              <a:effectLst/>
              <a:latin typeface="+mj-lt"/>
              <a:ea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2715790"/>
            <a:ext cx="10668001" cy="2387600"/>
          </a:xfrm>
        </p:spPr>
        <p:txBody>
          <a:bodyPr/>
          <a:lstStyle/>
          <a:p>
            <a:r>
              <a:rPr lang="en-US" dirty="0">
                <a:latin typeface="+mn-lt"/>
              </a:rPr>
              <a:t>Nssl-S2024-WIKIPEDIA-SMART-EDITOR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3E58618-2B0D-1FFB-6A90-A9FC87809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520" y="175261"/>
            <a:ext cx="1132702" cy="5588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8C77444-CD49-360F-9313-232E28E23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3374" y="175261"/>
            <a:ext cx="375983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0354F87-D6BB-9153-B171-FDC2ADF53815}"/>
              </a:ext>
            </a:extLst>
          </p:cNvPr>
          <p:cNvSpPr txBox="1"/>
          <p:nvPr/>
        </p:nvSpPr>
        <p:spPr>
          <a:xfrm>
            <a:off x="11550477" y="-940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  <a:latin typeface="Gisha" panose="020B0502040204020203" pitchFamily="34" charset="-79"/>
                <a:ea typeface="Open Sans" panose="020B0606030504020204" pitchFamily="34" charset="0"/>
                <a:cs typeface="Gisha" panose="020B0502040204020203" pitchFamily="34" charset="-79"/>
              </a:rPr>
              <a:t>בס"ד</a:t>
            </a:r>
            <a:endParaRPr lang="en-US" dirty="0">
              <a:solidFill>
                <a:schemeClr val="bg1"/>
              </a:solidFill>
              <a:latin typeface="Gisha" panose="020B0502040204020203" pitchFamily="34" charset="-79"/>
              <a:ea typeface="Open Sans" panose="020B0606030504020204" pitchFamily="34" charset="0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7AD450-64D5-7F08-FC3F-6E6497BE7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Table of content</a:t>
            </a:r>
            <a:endParaRPr lang="en-US" dirty="0"/>
          </a:p>
        </p:txBody>
      </p:sp>
      <p:sp>
        <p:nvSpPr>
          <p:cNvPr id="10" name="מציין מיקום טקסט 9">
            <a:extLst>
              <a:ext uri="{FF2B5EF4-FFF2-40B4-BE49-F238E27FC236}">
                <a16:creationId xmlns:a16="http://schemas.microsoft.com/office/drawing/2014/main" id="{7BF7B967-5930-1EBA-0276-4D986AD0D2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358707"/>
            <a:ext cx="3995036" cy="365095"/>
          </a:xfrm>
        </p:spPr>
        <p:txBody>
          <a:bodyPr/>
          <a:lstStyle/>
          <a:p>
            <a:r>
              <a:rPr lang="en-US" sz="1800" dirty="0"/>
              <a:t>Introduction</a:t>
            </a:r>
          </a:p>
        </p:txBody>
      </p:sp>
      <p:sp>
        <p:nvSpPr>
          <p:cNvPr id="12" name="מציין מיקום טקסט 11">
            <a:extLst>
              <a:ext uri="{FF2B5EF4-FFF2-40B4-BE49-F238E27FC236}">
                <a16:creationId xmlns:a16="http://schemas.microsoft.com/office/drawing/2014/main" id="{B18E519B-FA65-4D45-3B74-FCDFACEEFD24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516384" y="3593763"/>
            <a:ext cx="3995036" cy="365095"/>
          </a:xfrm>
        </p:spPr>
        <p:txBody>
          <a:bodyPr/>
          <a:lstStyle/>
          <a:p>
            <a:r>
              <a:rPr lang="en-US" sz="1800" dirty="0"/>
              <a:t>Architecture</a:t>
            </a:r>
          </a:p>
        </p:txBody>
      </p:sp>
      <p:sp>
        <p:nvSpPr>
          <p:cNvPr id="14" name="מציין מיקום טקסט 13">
            <a:extLst>
              <a:ext uri="{FF2B5EF4-FFF2-40B4-BE49-F238E27FC236}">
                <a16:creationId xmlns:a16="http://schemas.microsoft.com/office/drawing/2014/main" id="{C96E2B90-91FC-6A84-3359-327C37C2202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847171"/>
            <a:ext cx="3995036" cy="365095"/>
          </a:xfrm>
        </p:spPr>
        <p:txBody>
          <a:bodyPr/>
          <a:lstStyle/>
          <a:p>
            <a:r>
              <a:rPr lang="en-US" sz="1800" dirty="0"/>
              <a:t>Features</a:t>
            </a:r>
          </a:p>
        </p:txBody>
      </p:sp>
      <p:sp>
        <p:nvSpPr>
          <p:cNvPr id="16" name="מציין מיקום טקסט 15">
            <a:extLst>
              <a:ext uri="{FF2B5EF4-FFF2-40B4-BE49-F238E27FC236}">
                <a16:creationId xmlns:a16="http://schemas.microsoft.com/office/drawing/2014/main" id="{2101FBC8-371A-A4FB-A35D-5F166CAFA01B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363127"/>
            <a:ext cx="3995036" cy="365095"/>
          </a:xfrm>
        </p:spPr>
        <p:txBody>
          <a:bodyPr/>
          <a:lstStyle/>
          <a:p>
            <a:r>
              <a:rPr lang="en-US" sz="1800" dirty="0"/>
              <a:t>Optimization</a:t>
            </a:r>
            <a:endParaRPr lang="en-US" dirty="0"/>
          </a:p>
        </p:txBody>
      </p:sp>
      <p:sp>
        <p:nvSpPr>
          <p:cNvPr id="18" name="מציין מיקום טקסט 17">
            <a:extLst>
              <a:ext uri="{FF2B5EF4-FFF2-40B4-BE49-F238E27FC236}">
                <a16:creationId xmlns:a16="http://schemas.microsoft.com/office/drawing/2014/main" id="{3450951D-D519-D350-0C75-426F2E70D71A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593762"/>
            <a:ext cx="3995036" cy="365095"/>
          </a:xfrm>
        </p:spPr>
        <p:txBody>
          <a:bodyPr/>
          <a:lstStyle/>
          <a:p>
            <a:r>
              <a:rPr lang="en-US" sz="1800" dirty="0"/>
              <a:t>RESULTS</a:t>
            </a:r>
          </a:p>
        </p:txBody>
      </p:sp>
      <p:sp>
        <p:nvSpPr>
          <p:cNvPr id="20" name="מציין מיקום טקסט 19">
            <a:extLst>
              <a:ext uri="{FF2B5EF4-FFF2-40B4-BE49-F238E27FC236}">
                <a16:creationId xmlns:a16="http://schemas.microsoft.com/office/drawing/2014/main" id="{AA5A529B-3FBC-AD8F-9CDF-527DC7FF0937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832690"/>
            <a:ext cx="3995036" cy="365095"/>
          </a:xfrm>
        </p:spPr>
        <p:txBody>
          <a:bodyPr/>
          <a:lstStyle/>
          <a:p>
            <a:r>
              <a:rPr lang="en-US" dirty="0"/>
              <a:t>CONCLUSION</a:t>
            </a:r>
            <a:endParaRPr lang="en-US" sz="1800" dirty="0"/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837EC010-B87B-7BC6-8570-A9BF09971E81}"/>
              </a:ext>
            </a:extLst>
          </p:cNvPr>
          <p:cNvSpPr/>
          <p:nvPr/>
        </p:nvSpPr>
        <p:spPr>
          <a:xfrm>
            <a:off x="1663803" y="6042774"/>
            <a:ext cx="504129" cy="493634"/>
          </a:xfrm>
          <a:prstGeom prst="roundRect">
            <a:avLst/>
          </a:prstGeom>
          <a:noFill/>
          <a:ln w="19050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מציין מיקום טקסט 13">
            <a:extLst>
              <a:ext uri="{FF2B5EF4-FFF2-40B4-BE49-F238E27FC236}">
                <a16:creationId xmlns:a16="http://schemas.microsoft.com/office/drawing/2014/main" id="{AA265D1C-F38D-3235-7BE5-17369828E8E7}"/>
              </a:ext>
            </a:extLst>
          </p:cNvPr>
          <p:cNvSpPr txBox="1">
            <a:spLocks/>
          </p:cNvSpPr>
          <p:nvPr/>
        </p:nvSpPr>
        <p:spPr>
          <a:xfrm>
            <a:off x="2486661" y="6107837"/>
            <a:ext cx="3995036" cy="36509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baseline="0">
                <a:solidFill>
                  <a:schemeClr val="tx1"/>
                </a:solidFill>
                <a:latin typeface="Speak Pro" panose="020B0504020101020102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Measurements</a:t>
            </a:r>
          </a:p>
        </p:txBody>
      </p:sp>
      <p:sp>
        <p:nvSpPr>
          <p:cNvPr id="38" name="מציין מיקום טקסט 13">
            <a:extLst>
              <a:ext uri="{FF2B5EF4-FFF2-40B4-BE49-F238E27FC236}">
                <a16:creationId xmlns:a16="http://schemas.microsoft.com/office/drawing/2014/main" id="{948534A0-B737-85E2-8B08-D1B65B3F54AD}"/>
              </a:ext>
            </a:extLst>
          </p:cNvPr>
          <p:cNvSpPr txBox="1">
            <a:spLocks/>
          </p:cNvSpPr>
          <p:nvPr/>
        </p:nvSpPr>
        <p:spPr>
          <a:xfrm>
            <a:off x="7766655" y="6103549"/>
            <a:ext cx="3995036" cy="36509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baseline="0">
                <a:solidFill>
                  <a:schemeClr val="tx1"/>
                </a:solidFill>
                <a:latin typeface="Speak Pro" panose="020B0504020101020102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9" name="אליפסה 38">
            <a:extLst>
              <a:ext uri="{FF2B5EF4-FFF2-40B4-BE49-F238E27FC236}">
                <a16:creationId xmlns:a16="http://schemas.microsoft.com/office/drawing/2014/main" id="{B951CDA9-66EE-D793-88F8-0351D5ADE668}"/>
              </a:ext>
            </a:extLst>
          </p:cNvPr>
          <p:cNvSpPr/>
          <p:nvPr/>
        </p:nvSpPr>
        <p:spPr>
          <a:xfrm>
            <a:off x="1706620" y="2363127"/>
            <a:ext cx="400387" cy="365095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0" name="אליפסה 39">
            <a:extLst>
              <a:ext uri="{FF2B5EF4-FFF2-40B4-BE49-F238E27FC236}">
                <a16:creationId xmlns:a16="http://schemas.microsoft.com/office/drawing/2014/main" id="{CAAB15DC-815B-5967-0FDB-4A8E8AC547B9}"/>
              </a:ext>
            </a:extLst>
          </p:cNvPr>
          <p:cNvSpPr/>
          <p:nvPr/>
        </p:nvSpPr>
        <p:spPr>
          <a:xfrm>
            <a:off x="1706619" y="3593763"/>
            <a:ext cx="400387" cy="365095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0A27FB2A-F1EA-E336-3CB6-8370963FA70B}"/>
              </a:ext>
            </a:extLst>
          </p:cNvPr>
          <p:cNvSpPr/>
          <p:nvPr/>
        </p:nvSpPr>
        <p:spPr>
          <a:xfrm>
            <a:off x="1678043" y="4851558"/>
            <a:ext cx="461314" cy="3650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  <a:endParaRPr lang="en-US" sz="1200" dirty="0"/>
          </a:p>
        </p:txBody>
      </p:sp>
      <p:sp>
        <p:nvSpPr>
          <p:cNvPr id="42" name="מלבן 41">
            <a:extLst>
              <a:ext uri="{FF2B5EF4-FFF2-40B4-BE49-F238E27FC236}">
                <a16:creationId xmlns:a16="http://schemas.microsoft.com/office/drawing/2014/main" id="{A77998AB-3BD6-D080-1A31-2D117C78FC55}"/>
              </a:ext>
            </a:extLst>
          </p:cNvPr>
          <p:cNvSpPr/>
          <p:nvPr/>
        </p:nvSpPr>
        <p:spPr>
          <a:xfrm>
            <a:off x="1667711" y="6109353"/>
            <a:ext cx="490696" cy="3650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45" name="מלבן 44">
            <a:extLst>
              <a:ext uri="{FF2B5EF4-FFF2-40B4-BE49-F238E27FC236}">
                <a16:creationId xmlns:a16="http://schemas.microsoft.com/office/drawing/2014/main" id="{DCA2D5BF-C6B8-AF22-5E67-49CFE7AE55DA}"/>
              </a:ext>
            </a:extLst>
          </p:cNvPr>
          <p:cNvSpPr/>
          <p:nvPr/>
        </p:nvSpPr>
        <p:spPr>
          <a:xfrm>
            <a:off x="6893294" y="2354835"/>
            <a:ext cx="463896" cy="3650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34</a:t>
            </a:r>
          </a:p>
        </p:txBody>
      </p:sp>
      <p:sp>
        <p:nvSpPr>
          <p:cNvPr id="46" name="מלבן 45">
            <a:extLst>
              <a:ext uri="{FF2B5EF4-FFF2-40B4-BE49-F238E27FC236}">
                <a16:creationId xmlns:a16="http://schemas.microsoft.com/office/drawing/2014/main" id="{2B57E85D-F76E-8429-CFB3-0F2EFCD8B1FB}"/>
              </a:ext>
            </a:extLst>
          </p:cNvPr>
          <p:cNvSpPr/>
          <p:nvPr/>
        </p:nvSpPr>
        <p:spPr>
          <a:xfrm>
            <a:off x="6920799" y="3593763"/>
            <a:ext cx="436391" cy="3650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47" name="מלבן 46">
            <a:extLst>
              <a:ext uri="{FF2B5EF4-FFF2-40B4-BE49-F238E27FC236}">
                <a16:creationId xmlns:a16="http://schemas.microsoft.com/office/drawing/2014/main" id="{DAD69BAE-DD74-5741-7868-03BD9BF921E8}"/>
              </a:ext>
            </a:extLst>
          </p:cNvPr>
          <p:cNvSpPr/>
          <p:nvPr/>
        </p:nvSpPr>
        <p:spPr>
          <a:xfrm>
            <a:off x="6935604" y="4864441"/>
            <a:ext cx="436391" cy="3650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44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44D9623E-8544-DCDA-B124-C88BA154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3610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מציין מיקום של תמונה 5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8467FFCD-228E-3C73-417C-8E3BF48D58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Introduction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786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D0C89-7333-0D7C-CFEE-74A9BD92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EFE42C-5F7B-7963-6D3D-CA1D8A734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D495F0-BA60-8F67-6B57-56FFE358C5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R="0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The Israeli-Palestinian conflict has long been a contentious issue, influencing geopolitical landscapes and public opinion worldwide. With the advent of the internet, platforms like Wikipedia have become pivotal in shaping the global narrative. </a:t>
            </a:r>
          </a:p>
          <a:p>
            <a:pPr marR="0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This project seeks to delve into the dynamics of Wikipedia edits related to the Israeli-Palestinian conflict. Specifically, it aims to study the phenomena of "Wikipedia war edits," where editors align themselves with particular ideologies to influence the content of articles. </a:t>
            </a:r>
          </a:p>
          <a:p>
            <a:pPr marR="0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By developing an algorithmic approach to identify suspicious pro-Palestinian users, this research contributes to understanding the subtle mechanisms that shape online narratives in contentious global topics.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1EDC02A7-A7F2-651D-71E0-36E8FFDA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6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64B3-324C-71E0-6EC9-68A2A2C7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B074D398-55D6-98F7-3000-F35CEF13E69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5037722-9ABA-77DE-7D7B-B03A9F7AA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068216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0678-93EC-191E-D8B9-459508B0A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D82B4A-84FF-EEE8-A672-33940A315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FEATURES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A689C00B-D311-0C32-BA54-D63559A7C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81" r="49240" b="11930"/>
          <a:stretch/>
        </p:blipFill>
        <p:spPr>
          <a:xfrm>
            <a:off x="1316429" y="3267075"/>
            <a:ext cx="5465372" cy="2638425"/>
          </a:xfrm>
          <a:prstGeom prst="rect">
            <a:avLst/>
          </a:prstGeom>
        </p:spPr>
      </p:pic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B87FC186-7DA4-6D67-8B40-50928AEA7C8C}"/>
              </a:ext>
            </a:extLst>
          </p:cNvPr>
          <p:cNvCxnSpPr/>
          <p:nvPr/>
        </p:nvCxnSpPr>
        <p:spPr>
          <a:xfrm flipH="1">
            <a:off x="6477000" y="4770120"/>
            <a:ext cx="32766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>
            <a:extLst>
              <a:ext uri="{FF2B5EF4-FFF2-40B4-BE49-F238E27FC236}">
                <a16:creationId xmlns:a16="http://schemas.microsoft.com/office/drawing/2014/main" id="{8E5BCB29-AFB6-BF48-0F35-BD1A956ABE13}"/>
              </a:ext>
            </a:extLst>
          </p:cNvPr>
          <p:cNvSpPr/>
          <p:nvPr/>
        </p:nvSpPr>
        <p:spPr>
          <a:xfrm>
            <a:off x="5173980" y="3108960"/>
            <a:ext cx="35052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6D3A999-000B-E7B9-4FD8-C21285E21FC0}"/>
              </a:ext>
            </a:extLst>
          </p:cNvPr>
          <p:cNvSpPr/>
          <p:nvPr/>
        </p:nvSpPr>
        <p:spPr>
          <a:xfrm>
            <a:off x="2438398" y="3108960"/>
            <a:ext cx="2000252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1539958-82D6-162E-D845-BE8FB06FDCFA}"/>
              </a:ext>
            </a:extLst>
          </p:cNvPr>
          <p:cNvSpPr txBox="1"/>
          <p:nvPr/>
        </p:nvSpPr>
        <p:spPr>
          <a:xfrm>
            <a:off x="1385179" y="1317226"/>
            <a:ext cx="10134369" cy="183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When we started to research the English Wikipedia, we tried to find features in Wikipedia which can be relevant to our project. </a:t>
            </a:r>
          </a:p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Each of the features we found was characterized, tested and eventually received a grade – if it’s a good feature.</a:t>
            </a:r>
            <a:endParaRPr lang="en-US" sz="18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76C0915-7FA5-10D2-B27C-C0E399437270}"/>
              </a:ext>
            </a:extLst>
          </p:cNvPr>
          <p:cNvSpPr txBox="1"/>
          <p:nvPr/>
        </p:nvSpPr>
        <p:spPr>
          <a:xfrm>
            <a:off x="7517131" y="3161500"/>
            <a:ext cx="4002417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We managed to access the raw data from Wikipedia Rest Api using HTTP requests (in python) 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and inserted it into Neo4J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atabases.</a:t>
            </a:r>
            <a:endParaRPr lang="en-US" sz="18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FED8CD7-0F32-4C77-063F-F8E2668B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תצוגת שקופית 13">
                <a:extLst>
                  <a:ext uri="{FF2B5EF4-FFF2-40B4-BE49-F238E27FC236}">
                    <a16:creationId xmlns:a16="http://schemas.microsoft.com/office/drawing/2014/main" id="{6138A779-D93C-AEAC-4E55-6D6006BBC8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665745"/>
                  </p:ext>
                </p:extLst>
              </p:nvPr>
            </p:nvGraphicFramePr>
            <p:xfrm>
              <a:off x="113247" y="6348745"/>
              <a:ext cx="875581" cy="492514"/>
            </p:xfrm>
            <a:graphic>
              <a:graphicData uri="http://schemas.microsoft.com/office/powerpoint/2016/slidezoom">
                <pslz:sldZm>
                  <pslz:sldZmObj sldId="465" cId="3282984060">
                    <pslz:zmPr id="{60BBC767-334E-4339-A213-2FC976C33EC1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75581" cy="4925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תצוגת שקופית 13">
                <a:extLst>
                  <a:ext uri="{FF2B5EF4-FFF2-40B4-BE49-F238E27FC236}">
                    <a16:creationId xmlns:a16="http://schemas.microsoft.com/office/drawing/2014/main" id="{6138A779-D93C-AEAC-4E55-6D6006BBC8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247" y="6348745"/>
                <a:ext cx="875581" cy="4925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601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0504-7FFE-712B-7D43-4D980E05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31C6D-42CB-F3EC-CAAF-23C70CC68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Measurements – general population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41CC600F-9909-7479-4352-8A6128249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75" b="57842"/>
          <a:stretch/>
        </p:blipFill>
        <p:spPr>
          <a:xfrm>
            <a:off x="1316428" y="2032001"/>
            <a:ext cx="5493947" cy="185420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B7CF2438-1B4E-3FE5-5A31-19B330B42169}"/>
              </a:ext>
            </a:extLst>
          </p:cNvPr>
          <p:cNvSpPr/>
          <p:nvPr/>
        </p:nvSpPr>
        <p:spPr>
          <a:xfrm>
            <a:off x="2588895" y="3524251"/>
            <a:ext cx="2933700" cy="529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F0F7F86-4D38-9B9F-3762-9D4009ADAA86}"/>
              </a:ext>
            </a:extLst>
          </p:cNvPr>
          <p:cNvSpPr txBox="1"/>
          <p:nvPr/>
        </p:nvSpPr>
        <p:spPr>
          <a:xfrm>
            <a:off x="1385179" y="4419180"/>
            <a:ext cx="6247521" cy="2253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I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n order to evaluate the quality of each feature, we used  two measurements methods:  descriptive analytics and comparison to general population (from recent changes).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We compared the populations using graphs we created in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</a:rPr>
              <a:t>jupyter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notebook.</a:t>
            </a:r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A86D0B-6568-949A-DBD1-FF189ECF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71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D3B0-CFDE-C369-1BAF-2D53E7B0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9FA481-F8FC-9A11-3D2E-415887E7DA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OPTIMIZATION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935882FC-A2E8-3885-D45A-0D9504F99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98" t="45623" r="28451" b="1"/>
          <a:stretch/>
        </p:blipFill>
        <p:spPr>
          <a:xfrm>
            <a:off x="5676900" y="4038599"/>
            <a:ext cx="3343275" cy="2391603"/>
          </a:xfrm>
          <a:prstGeom prst="rect">
            <a:avLst/>
          </a:prstGeom>
        </p:spPr>
      </p:pic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B47E004F-57B9-3A20-0753-382ABAAB9CB5}"/>
              </a:ext>
            </a:extLst>
          </p:cNvPr>
          <p:cNvCxnSpPr>
            <a:cxnSpLocks/>
          </p:cNvCxnSpPr>
          <p:nvPr/>
        </p:nvCxnSpPr>
        <p:spPr>
          <a:xfrm flipH="1">
            <a:off x="8348661" y="5669280"/>
            <a:ext cx="76200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D0E20803-4D88-1C51-BEE0-A868335DDD18}"/>
              </a:ext>
            </a:extLst>
          </p:cNvPr>
          <p:cNvCxnSpPr>
            <a:cxnSpLocks/>
          </p:cNvCxnSpPr>
          <p:nvPr/>
        </p:nvCxnSpPr>
        <p:spPr>
          <a:xfrm>
            <a:off x="5013007" y="4772026"/>
            <a:ext cx="763905" cy="0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61F0ABA-3423-65EC-0D88-B2CCF8599952}"/>
              </a:ext>
            </a:extLst>
          </p:cNvPr>
          <p:cNvSpPr txBox="1"/>
          <p:nvPr/>
        </p:nvSpPr>
        <p:spPr>
          <a:xfrm>
            <a:off x="1627321" y="1819266"/>
            <a:ext cx="8824779" cy="183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After we decided which features will be on the projects, using the measurements methods, we had t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o find the optimize grade for each feature.</a:t>
            </a:r>
          </a:p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Therefore, 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we used the Amoeba method optimization. We used the </a:t>
            </a:r>
            <a:r>
              <a:rPr lang="en-US" sz="1800" i="1" dirty="0" err="1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fminsearch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function in </a:t>
            </a:r>
            <a:r>
              <a:rPr lang="en-US" sz="1800" dirty="0" err="1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Matlab</a:t>
            </a:r>
            <a:r>
              <a:rPr lang="en-US" sz="18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.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4E1615C-1C57-7ED4-21D2-DFF575690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73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53C9-C7C2-624D-E699-56896DF0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DC803B-6E63-DFD6-0FBC-7C75B0B9E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FINAL PROJECT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44C082AE-39D9-1913-2E63-9B2F5859A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2"/>
          <a:stretch/>
        </p:blipFill>
        <p:spPr>
          <a:xfrm>
            <a:off x="7532483" y="2032000"/>
            <a:ext cx="4551064" cy="4398203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D06DC19D-C86E-AC1B-E5D9-5F834CA4C774}"/>
              </a:ext>
            </a:extLst>
          </p:cNvPr>
          <p:cNvSpPr/>
          <p:nvPr/>
        </p:nvSpPr>
        <p:spPr>
          <a:xfrm>
            <a:off x="7270750" y="4095750"/>
            <a:ext cx="1708150" cy="1409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A97F3FE-EE27-03CC-2EEE-EC5982CD17C9}"/>
              </a:ext>
            </a:extLst>
          </p:cNvPr>
          <p:cNvSpPr txBox="1"/>
          <p:nvPr/>
        </p:nvSpPr>
        <p:spPr>
          <a:xfrm>
            <a:off x="1805121" y="2951925"/>
            <a:ext cx="4709979" cy="2797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Finally, after finding the best grades that maximize the optimization function, we built the final product.</a:t>
            </a:r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The input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: configuration file, kernel users.</a:t>
            </a:r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marR="0">
              <a:lnSpc>
                <a:spcPct val="150000"/>
              </a:lnSpc>
              <a:spcBef>
                <a:spcPts val="1000"/>
              </a:spcBef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The output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: list of suspected pro Palestine biased users. </a:t>
            </a:r>
            <a:endParaRPr lang="en-US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B08DE0F-9707-28CF-EC6A-8EA7EA1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10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248E-9254-4C73-D020-FEE3BE79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BA3569-6C50-8EE6-E6C6-94B98D9FB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Full architecture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2EAC2780-E300-2823-455D-625D26F2E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28" y="2032000"/>
            <a:ext cx="10767119" cy="4398203"/>
          </a:xfrm>
          <a:prstGeom prst="rect">
            <a:avLst/>
          </a:prstGeom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1BFCF84-C622-A766-B48B-ABE5714A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5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5178-F08A-E72F-C1F2-1ED20DF3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5183EA0C-655E-6C62-B9CD-A85F817913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D5A6B54-4E9D-11DE-25FB-310F2B54D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167235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1864-1F14-A178-19F9-ED25C275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9129A6-2E68-3A64-8EFD-DEF74359C3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CONTRIBUTION TO EC PAGES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2950F79D-730F-0CAC-2221-DA6BA6874F8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Autofit/>
              </a:bodyPr>
              <a:lstStyle/>
              <a:p>
                <a:pPr marL="285750" marR="0" indent="-285750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We have noticed that pages related to the Israeli-Palestine conflict have EC protection on them, which means only specific users can edit or change them.</a:t>
                </a:r>
              </a:p>
              <a:p>
                <a:pPr marL="285750" marR="0" indent="-285750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0" smtClea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𝐾𝑒𝑟𝑛𝑒𝑙</m:t>
                      </m:r>
                      <m:r>
                        <a:rPr lang="en-US" sz="2000" i="1" kern="0" smtClea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2000" i="1" kern="0" smtClea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𝑈𝑠𝑒𝑟𝑠</m:t>
                      </m:r>
                      <m:limUpp>
                        <m:limUpp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groupChrPr>
                            <m:e>
                              <m:r>
                                <a:rPr lang="en-US" sz="2000" i="1" kern="0">
                                  <a:effectLst/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Calibri" panose="020F0502020204030204" pitchFamily="34" charset="0"/>
                                </a:rPr>
                                <m:t>→</m:t>
                              </m:r>
                            </m:e>
                          </m:groupChr>
                        </m:e>
                        <m:lim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𝑐𝑜𝑛𝑡𝑟𝑖𝑏𝑢𝑡𝑒𝑠</m:t>
                          </m:r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𝑖𝑛</m:t>
                          </m:r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30</m:t>
                          </m:r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n-US" sz="20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Calibri" panose="020F0502020204030204" pitchFamily="34" charset="0"/>
                            </a:rPr>
                            <m:t>𝑑𝑎𝑦𝑠</m:t>
                          </m:r>
                        </m:lim>
                      </m:limUpp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𝐸𝐶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𝑃𝑎𝑔𝑒𝑠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𝑈𝑠𝑒𝑟𝑠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𝐸𝐶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𝑃𝑎𝑔𝑒𝑠</m:t>
                      </m:r>
                      <m:r>
                        <a:rPr lang="en-US" sz="20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m:t>→…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2950F79D-730F-0CAC-2221-DA6BA6874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3227B617-DA0E-4967-BD3F-A597F48E0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43" y="30284"/>
            <a:ext cx="769257" cy="920777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DA118B1-C234-B1C7-CAFD-02331455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135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80E10-81FE-16B6-B1D5-19D88B6E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F967CD-2E94-8BDE-1271-D17186C229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REVERTS WAR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3128E3A7-0519-BA08-CDCA-26339703BA6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pPr marL="342900" marR="0" indent="-342900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Open Sans" panose="020B0606030504020204" pitchFamily="34" charset="0"/>
                    <a:ea typeface="Open Sans" panose="020B0606030504020204" pitchFamily="34" charset="0"/>
                  </a:rPr>
                  <a:t>W</a:t>
                </a:r>
                <a:r>
                  <a:rPr lang="en-US" sz="20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e assumed that if a Pro Palestine user has reverted another user, the other user is probably Pro Israel user. We call this </a:t>
                </a:r>
                <a:r>
                  <a:rPr lang="en-US" sz="2000" b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Reverts War</a:t>
                </a:r>
                <a:r>
                  <a:rPr lang="en-US" sz="20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.</a:t>
                </a:r>
                <a:endParaRPr lang="he-IL" sz="2000" dirty="0">
                  <a:effectLst/>
                  <a:latin typeface="Open Sans" panose="020B0606030504020204" pitchFamily="34" charset="0"/>
                  <a:ea typeface="Open Sans" panose="020B0606030504020204" pitchFamily="34" charset="0"/>
                </a:endParaRPr>
              </a:p>
              <a:p>
                <a:pPr marR="0">
                  <a:lnSpc>
                    <a:spcPct val="150000"/>
                  </a:lnSpc>
                  <a:spcBef>
                    <a:spcPts val="1000"/>
                  </a:spcBef>
                </a:pPr>
                <a:endParaRPr lang="en-US" sz="2000" dirty="0">
                  <a:effectLst/>
                  <a:latin typeface="Open Sans" panose="020B0606030504020204" pitchFamily="34" charset="0"/>
                  <a:ea typeface="Open Sans" panose="020B0606030504020204" pitchFamily="34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𝑢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1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𝑟𝑒𝑣𝑒𝑟𝑡𝑒𝑑</m:t>
                          </m:r>
                        </m:e>
                      </m:d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𝑢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2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𝑟𝑒𝑣𝑒𝑟𝑡𝑒𝑑</m:t>
                          </m:r>
                        </m:e>
                      </m:d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𝑢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3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𝑟𝑒𝑣𝑒𝑟𝑡𝑒𝑑</m:t>
                          </m:r>
                        </m:e>
                      </m:d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𝑢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4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→…</m:t>
                      </m:r>
                    </m:oMath>
                  </m:oMathPara>
                </a14:m>
                <a:endParaRPr lang="en-US" sz="2000" dirty="0">
                  <a:effectLst/>
                  <a:latin typeface="Open Sans" panose="020B0606030504020204" pitchFamily="34" charset="0"/>
                  <a:ea typeface="Open Sans" panose="020B0606030504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3128E3A7-0519-BA08-CDCA-26339703BA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3"/>
                <a:stretch>
                  <a:fillRect l="-1444" r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084B1D75-F64F-BE9E-AF7E-0A998844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89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87A0-57AE-65A9-EC11-BAB71F22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29EA1A-AE27-7A3F-8D72-A03825F714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REVRTS WAR ON EC PAGES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4065E768-C4CD-72F1-89B9-F7E981A765DD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We assumed that if user1 contributed to EC Page and user2 reverted its changes, then user3 reverted user2’s changes, maybe user1 and user3 are </a:t>
                </a:r>
                <a:r>
                  <a:rPr lang="en-US" sz="20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sz="20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rom the same side of the barricade.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>
                  <a:latin typeface="Open Sans" panose="020B0606030504020204" pitchFamily="34" charset="0"/>
                  <a:ea typeface="Open Sans" panose="020B06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0" smtClea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𝑢</m:t>
                      </m:r>
                      <m:r>
                        <a:rPr lang="en-US" sz="1800" i="1" kern="0" smtClea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1</m:t>
                      </m:r>
                      <m:r>
                        <a:rPr lang="en-US" sz="1800" i="1" kern="0" smtClea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𝑟𝑒𝑣𝑒𝑟𝑡𝑒𝑑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𝑜𝑛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𝐸𝐶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𝑝𝑎𝑔𝑒</m:t>
                          </m:r>
                        </m:e>
                      </m:d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→</m:t>
                      </m:r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𝑢</m:t>
                      </m:r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2</m:t>
                      </m:r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𝑟𝑒𝑣𝑒𝑟𝑡𝑒𝑑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𝑜𝑛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𝐸𝐶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𝑝𝑎𝑔𝑒</m:t>
                          </m:r>
                        </m:e>
                      </m:d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→</m:t>
                      </m:r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𝑢</m:t>
                      </m:r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3</m:t>
                      </m:r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𝑟𝑒𝑣𝑒𝑟𝑡𝑒𝑑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𝑜𝑛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𝐸𝐶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</m:t>
                          </m:r>
                          <m:r>
                            <a:rPr lang="en-US" sz="1800" i="1" ker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𝑝𝑎𝑔𝑒</m:t>
                          </m:r>
                        </m:e>
                      </m:d>
                      <m:r>
                        <a:rPr lang="en-US" sz="1800" i="1" kern="0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→…</m:t>
                      </m:r>
                    </m:oMath>
                  </m:oMathPara>
                </a14:m>
                <a:endParaRPr lang="en-US" sz="2000" dirty="0">
                  <a:effectLst/>
                  <a:latin typeface="Open Sans" panose="020B0606030504020204" pitchFamily="34" charset="0"/>
                  <a:ea typeface="Open Sans" panose="020B0606030504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4065E768-C4CD-72F1-89B9-F7E981A765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תמונה 8">
            <a:extLst>
              <a:ext uri="{FF2B5EF4-FFF2-40B4-BE49-F238E27FC236}">
                <a16:creationId xmlns:a16="http://schemas.microsoft.com/office/drawing/2014/main" id="{F12ACEB9-D844-DE0E-017C-9ED9D3937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2743" y="30284"/>
            <a:ext cx="769257" cy="920777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3CA82528-A360-8D11-3025-8CF15D66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3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32E4-50BE-A2C5-B04E-EDC16767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27B281-712A-45DE-9FB4-396261294C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EC TAG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D20B12-E404-97AA-FD51-FACA722E90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We assumed that </a:t>
            </a:r>
            <a:r>
              <a:rPr lang="en-US" sz="2000" u="sng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biassed users may try to gain the EC tag fast</a:t>
            </a: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, in order to vote, edit and revert protected EC pages.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C37A00D8-1DE1-910E-CA55-850F52EB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30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CB543-4679-D1BA-DEBF-45462CAC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DBA93F41-9013-E71F-5041-A49EE27657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5665991-8692-5C60-038B-0854ED0B6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MEASUREMENTS</a:t>
            </a:r>
          </a:p>
        </p:txBody>
      </p:sp>
    </p:spTree>
    <p:extLst>
      <p:ext uri="{BB962C8B-B14F-4D97-AF65-F5344CB8AC3E}">
        <p14:creationId xmlns:p14="http://schemas.microsoft.com/office/powerpoint/2010/main" val="961584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5ECE-2D45-764D-A434-EA4997A38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580" y="3924301"/>
            <a:ext cx="3574119" cy="1132096"/>
          </a:xfrm>
        </p:spPr>
        <p:txBody>
          <a:bodyPr/>
          <a:lstStyle/>
          <a:p>
            <a:r>
              <a:rPr lang="en-US">
                <a:latin typeface="+mn-lt"/>
              </a:rPr>
              <a:t>descriptive analytics</a:t>
            </a:r>
            <a:endParaRPr lang="en-US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18F6A-34AE-124E-868D-D500FE500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6" name="Picture 8" descr="Premium Vector | Line graph with bar chart shows stock market price or  financial business investment profit">
            <a:extLst>
              <a:ext uri="{FF2B5EF4-FFF2-40B4-BE49-F238E27FC236}">
                <a16:creationId xmlns:a16="http://schemas.microsoft.com/office/drawing/2014/main" id="{6C71DFE5-88CF-ABBB-E626-A3BF62D07098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85" r="2178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697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BC3D-9DE3-08E7-6EBB-5B3D7BFF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F3692D-7EA7-664A-BEE6-BDF60E10CA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SCATTER PLOT AND ECDF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FE1C1F-CB3C-628E-CBDF-44EE4DDCB1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endParaRPr lang="he-IL" sz="2800" dirty="0">
              <a:latin typeface="+mn-lt"/>
            </a:endParaRPr>
          </a:p>
          <a:p>
            <a:r>
              <a:rPr lang="en-US" sz="2800" dirty="0">
                <a:latin typeface="+mn-lt"/>
              </a:rPr>
              <a:t>Scatter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Check if there is a correlation between two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  <a:p>
            <a:pPr lvl="1"/>
            <a:endParaRPr lang="en-US" sz="2800" dirty="0">
              <a:latin typeface="+mn-lt"/>
            </a:endParaRPr>
          </a:p>
          <a:p>
            <a:r>
              <a:rPr lang="en-US" sz="2800" dirty="0">
                <a:latin typeface="+mn-lt"/>
              </a:rPr>
              <a:t>ECDF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Compare distributions between 2 groups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In our case: kernel users and expanded users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74B36719-993D-5F7B-0A37-2280D75B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439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76C2D-990A-1450-16FE-80A70FB0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724A83-2D42-F643-8509-D854B91947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CONTRIBUTIONS TO EC PAGES</a:t>
            </a:r>
          </a:p>
        </p:txBody>
      </p:sp>
      <p:sp>
        <p:nvSpPr>
          <p:cNvPr id="13" name="מציין מיקום טקסט 12">
            <a:extLst>
              <a:ext uri="{FF2B5EF4-FFF2-40B4-BE49-F238E27FC236}">
                <a16:creationId xmlns:a16="http://schemas.microsoft.com/office/drawing/2014/main" id="{3A28BFBB-B88E-A0CD-EBAB-E204CA51F01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algn="ctr"/>
            <a:r>
              <a:rPr lang="en-US" dirty="0"/>
              <a:t>Scatter</a:t>
            </a:r>
          </a:p>
        </p:txBody>
      </p:sp>
      <p:sp>
        <p:nvSpPr>
          <p:cNvPr id="12" name="מציין מיקום טקסט 11">
            <a:extLst>
              <a:ext uri="{FF2B5EF4-FFF2-40B4-BE49-F238E27FC236}">
                <a16:creationId xmlns:a16="http://schemas.microsoft.com/office/drawing/2014/main" id="{B686B113-0993-A54C-32A1-EE6207FA7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ECDF 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4C0B249-DF76-1555-ECAB-485F1E00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525" y="595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7" name="תמונה 4">
            <a:extLst>
              <a:ext uri="{FF2B5EF4-FFF2-40B4-BE49-F238E27FC236}">
                <a16:creationId xmlns:a16="http://schemas.microsoft.com/office/drawing/2014/main" id="{CDA741A9-1FB9-4E55-9FCF-F4BA835B8A2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22" y="2962887"/>
            <a:ext cx="4694237" cy="266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תמונה 5" descr="תמונה שמכילה טקסט, תרשים, קו, עלילה&#10;&#10;התיאור נוצר באופן אוטומטי">
            <a:extLst>
              <a:ext uri="{FF2B5EF4-FFF2-40B4-BE49-F238E27FC236}">
                <a16:creationId xmlns:a16="http://schemas.microsoft.com/office/drawing/2014/main" id="{039D01DD-0DFE-CC6C-9B46-C5DE8DF250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50" y="2655261"/>
            <a:ext cx="4694238" cy="319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80194353-74AA-EFE5-E795-3D4920AE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119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C01F-A0B2-007A-9299-71874320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94DA24-BD45-C498-93BD-9A0F9AC5D1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REVERTS WAR</a:t>
            </a:r>
          </a:p>
        </p:txBody>
      </p:sp>
      <p:sp>
        <p:nvSpPr>
          <p:cNvPr id="6" name="מציין מיקום טקסט 5">
            <a:extLst>
              <a:ext uri="{FF2B5EF4-FFF2-40B4-BE49-F238E27FC236}">
                <a16:creationId xmlns:a16="http://schemas.microsoft.com/office/drawing/2014/main" id="{A49E93E0-9928-3792-E66A-98F271A791E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algn="ctr"/>
            <a:r>
              <a:rPr lang="en-US" dirty="0"/>
              <a:t>Scatter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E645835-F89C-24E6-DF2E-DB6F62BB4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ECDF</a:t>
            </a:r>
          </a:p>
        </p:txBody>
      </p:sp>
      <p:pic>
        <p:nvPicPr>
          <p:cNvPr id="8" name="מציין מיקום תוכן 7" descr="תמונה שמכילה טקסט, קו, עלילה, תרשים&#10;&#10;התיאור נוצר באופן אוטומטי">
            <a:extLst>
              <a:ext uri="{FF2B5EF4-FFF2-40B4-BE49-F238E27FC236}">
                <a16:creationId xmlns:a16="http://schemas.microsoft.com/office/drawing/2014/main" id="{3137F4D6-4F93-7681-E38D-4AC82A9063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627188" y="3046069"/>
            <a:ext cx="4694237" cy="2415274"/>
          </a:xfrm>
          <a:prstGeom prst="rect">
            <a:avLst/>
          </a:prstGeom>
        </p:spPr>
      </p:pic>
      <p:pic>
        <p:nvPicPr>
          <p:cNvPr id="9" name="מציין מיקום תוכן 8" descr="תמונה שמכילה טקסט, תרשים, קו, עלילה&#10;&#10;התיאור נוצר באופן אוטומטי">
            <a:extLst>
              <a:ext uri="{FF2B5EF4-FFF2-40B4-BE49-F238E27FC236}">
                <a16:creationId xmlns:a16="http://schemas.microsoft.com/office/drawing/2014/main" id="{89DBDF3C-68F8-B026-AF92-72214A38AC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067550" y="2988806"/>
            <a:ext cx="4694238" cy="2529801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1C3711B3-18E4-606E-77E3-1BDDC466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68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9035-94F1-F4C9-D992-18C54430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FDD9FBC5-A21D-50B2-0D21-7245793E2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941" y="292426"/>
            <a:ext cx="6297515" cy="62731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544E3-5C2F-D96F-7DF5-079851930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580" y="3924301"/>
            <a:ext cx="3574119" cy="1132096"/>
          </a:xfrm>
        </p:spPr>
        <p:txBody>
          <a:bodyPr/>
          <a:lstStyle/>
          <a:p>
            <a:r>
              <a:rPr lang="en-US" dirty="0">
                <a:latin typeface="+mn-lt"/>
              </a:rPr>
              <a:t>GENERAL POPULATION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BA090-D040-2759-CE30-38627094A7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 descr="The 15 People Who Keep Wikipedia's Editors From Killing Each Other - WSJ">
            <a:extLst>
              <a:ext uri="{FF2B5EF4-FFF2-40B4-BE49-F238E27FC236}">
                <a16:creationId xmlns:a16="http://schemas.microsoft.com/office/drawing/2014/main" id="{BC8154B9-67CC-1308-CA30-E57180385697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" b="17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865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B214A-B367-25DF-D6DA-77EB19EE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489EDD-9A82-EA58-8080-B7B83C3015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Recent changes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2E0185-A340-AEB9-DA2A-93BACC118F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 population – users from Recent Changes Wikipedia page, that we assumed will reflect the general population on the English Wikipedia.</a:t>
            </a:r>
            <a:endParaRPr lang="he-IL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classified the users’ group using 3 attributes (explained in the following slides).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evaluate the quality of the features, we measured the mean and variance Pro-Palestine and Pro-Israel in the general population.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Then, we compared our features to the general population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1ED090A-2D85-161B-A21F-8AF9C824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230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4570-3905-2AB0-64CD-3DD21CC4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573185-7A78-6C03-5C96-39A479980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USERBOXES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B495E5-513E-4FD7-9E36-6B4CA946A5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Users in Wikipedia can share their emotions, features and groups they are associated with using the userBoxes feature.</a:t>
            </a:r>
          </a:p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We have noticed that the userBoxes found in each user’s </a:t>
            </a:r>
            <a:r>
              <a:rPr lang="en-US" sz="2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UserPage</a:t>
            </a:r>
            <a:r>
              <a:rPr lang="en-US" sz="24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are good indicators to find biased users, therefore we tried to classify the Pro Israel userBoxes and Pro Palestine userBoxes.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E2A94E1D-331E-35FF-E904-64507F9F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8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DE95-8591-46B9-DBDB-92169154D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AAB748-221C-35C5-436B-FD42D435E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EXAMPLE USERBOXES</a:t>
            </a:r>
          </a:p>
        </p:txBody>
      </p:sp>
      <p:pic>
        <p:nvPicPr>
          <p:cNvPr id="18" name="Picture 25">
            <a:extLst>
              <a:ext uri="{FF2B5EF4-FFF2-40B4-BE49-F238E27FC236}">
                <a16:creationId xmlns:a16="http://schemas.microsoft.com/office/drawing/2014/main" id="{F8E0D8A9-C6D6-A2C5-5279-C0324B88D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440" y="1621327"/>
            <a:ext cx="2956637" cy="100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0">
            <a:extLst>
              <a:ext uri="{FF2B5EF4-FFF2-40B4-BE49-F238E27FC236}">
                <a16:creationId xmlns:a16="http://schemas.microsoft.com/office/drawing/2014/main" id="{19BFCEB3-FE93-48F4-A0BF-034FC7B5A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425" y="1676067"/>
            <a:ext cx="2376534" cy="108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3">
            <a:extLst>
              <a:ext uri="{FF2B5EF4-FFF2-40B4-BE49-F238E27FC236}">
                <a16:creationId xmlns:a16="http://schemas.microsoft.com/office/drawing/2014/main" id="{6648749D-63C6-D119-0901-C6EBB91FF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611" y="4031992"/>
            <a:ext cx="2975344" cy="65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2">
            <a:extLst>
              <a:ext uri="{FF2B5EF4-FFF2-40B4-BE49-F238E27FC236}">
                <a16:creationId xmlns:a16="http://schemas.microsoft.com/office/drawing/2014/main" id="{64097482-27CC-FE02-91DE-588CB6BCB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54" y="5850491"/>
            <a:ext cx="2994060" cy="580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FC8B2A-206A-137A-E3AA-211F177B7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925" y="3021246"/>
            <a:ext cx="2994058" cy="56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0">
            <a:extLst>
              <a:ext uri="{FF2B5EF4-FFF2-40B4-BE49-F238E27FC236}">
                <a16:creationId xmlns:a16="http://schemas.microsoft.com/office/drawing/2014/main" id="{CE302D27-AE01-D28A-0C9D-387B3D654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53" y="3015550"/>
            <a:ext cx="2994061" cy="63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9">
            <a:extLst>
              <a:ext uri="{FF2B5EF4-FFF2-40B4-BE49-F238E27FC236}">
                <a16:creationId xmlns:a16="http://schemas.microsoft.com/office/drawing/2014/main" id="{19057258-0301-A7C0-6881-702A6955D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664" y="4955923"/>
            <a:ext cx="3012773" cy="59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6">
            <a:extLst>
              <a:ext uri="{FF2B5EF4-FFF2-40B4-BE49-F238E27FC236}">
                <a16:creationId xmlns:a16="http://schemas.microsoft.com/office/drawing/2014/main" id="{74D67593-BCE2-0D4F-8578-C00D43E93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158" y="4956536"/>
            <a:ext cx="3012774" cy="63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7">
            <a:extLst>
              <a:ext uri="{FF2B5EF4-FFF2-40B4-BE49-F238E27FC236}">
                <a16:creationId xmlns:a16="http://schemas.microsoft.com/office/drawing/2014/main" id="{2726123B-B365-C600-B793-A2F249BF0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2" y="2939031"/>
            <a:ext cx="2975346" cy="84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6">
            <a:extLst>
              <a:ext uri="{FF2B5EF4-FFF2-40B4-BE49-F238E27FC236}">
                <a16:creationId xmlns:a16="http://schemas.microsoft.com/office/drawing/2014/main" id="{EC02203D-B197-3CF4-BA4E-1A0ACA1F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440" y="5854085"/>
            <a:ext cx="2975347" cy="59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9">
            <a:extLst>
              <a:ext uri="{FF2B5EF4-FFF2-40B4-BE49-F238E27FC236}">
                <a16:creationId xmlns:a16="http://schemas.microsoft.com/office/drawing/2014/main" id="{F6126EA3-52C4-D7F6-8CF7-4AECE28C6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65" y="4050704"/>
            <a:ext cx="3031487" cy="63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תמונה 28">
            <a:extLst>
              <a:ext uri="{FF2B5EF4-FFF2-40B4-BE49-F238E27FC236}">
                <a16:creationId xmlns:a16="http://schemas.microsoft.com/office/drawing/2014/main" id="{C698B400-FCDF-4A63-838C-165476741A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6557" y="5823067"/>
            <a:ext cx="2869491" cy="619206"/>
          </a:xfrm>
          <a:prstGeom prst="rect">
            <a:avLst/>
          </a:prstGeom>
        </p:spPr>
      </p:pic>
      <p:pic>
        <p:nvPicPr>
          <p:cNvPr id="30" name="תמונה 29">
            <a:extLst>
              <a:ext uri="{FF2B5EF4-FFF2-40B4-BE49-F238E27FC236}">
                <a16:creationId xmlns:a16="http://schemas.microsoft.com/office/drawing/2014/main" id="{32AE7E2F-3CFC-48F6-8144-FF8E0F509CA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4925" y="4920739"/>
            <a:ext cx="2661519" cy="617978"/>
          </a:xfrm>
          <a:prstGeom prst="rect">
            <a:avLst/>
          </a:prstGeom>
        </p:spPr>
      </p:pic>
      <p:pic>
        <p:nvPicPr>
          <p:cNvPr id="31" name="תמונה 30">
            <a:extLst>
              <a:ext uri="{FF2B5EF4-FFF2-40B4-BE49-F238E27FC236}">
                <a16:creationId xmlns:a16="http://schemas.microsoft.com/office/drawing/2014/main" id="{608D913C-865B-7660-A374-EE21792607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6557" y="4027990"/>
            <a:ext cx="3010794" cy="608399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8C90A878-4C74-086D-D884-8F93E3B7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34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1DDF-7046-1ECC-4299-030CFD03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F58924-9ECA-D9A4-F762-4FCD73B0EA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USERNAME IN ARABIC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34E638-D810-685A-32CB-5B8FFB0AFC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After examination of users in the general population we found that users with Arabic username often have Pro Palestinians </a:t>
            </a:r>
            <a:r>
              <a:rPr lang="en-US" sz="2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traits.</a:t>
            </a:r>
            <a:endParaRPr lang="en-US" sz="2400" dirty="0">
              <a:effectLst/>
              <a:latin typeface="Open Sans" panose="020B0606030504020204" pitchFamily="34" charset="0"/>
              <a:ea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096D092A-79CF-0427-FD63-73889F3C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4FD48131-870B-37FD-78C3-4D7DCBDD4F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472"/>
          <a:stretch/>
        </p:blipFill>
        <p:spPr>
          <a:xfrm>
            <a:off x="1627321" y="3429000"/>
            <a:ext cx="10002646" cy="2724032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3042722-6320-2BCB-2A33-361A25233042}"/>
              </a:ext>
            </a:extLst>
          </p:cNvPr>
          <p:cNvSpPr txBox="1"/>
          <p:nvPr/>
        </p:nvSpPr>
        <p:spPr>
          <a:xfrm>
            <a:off x="3086673" y="6238009"/>
            <a:ext cx="7083942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1350"/>
              </a:lnSpc>
              <a:spcAft>
                <a:spcPts val="1050"/>
              </a:spcAft>
            </a:pPr>
            <a:r>
              <a:rPr lang="en-US" b="0" i="0" dirty="0">
                <a:effectLst/>
                <a:latin typeface="NarkisBlock"/>
              </a:rPr>
              <a:t>Wikipedia Arabic language site paints logo in colors of Palestinian flag</a:t>
            </a:r>
          </a:p>
          <a:p>
            <a:pPr algn="ctr" rtl="0">
              <a:lnSpc>
                <a:spcPts val="1350"/>
              </a:lnSpc>
              <a:spcAft>
                <a:spcPts val="1050"/>
              </a:spcAft>
            </a:pPr>
            <a:r>
              <a:rPr lang="en-US" sz="1050" b="0" i="0" dirty="0">
                <a:effectLst/>
                <a:latin typeface="NarkisBlock"/>
              </a:rPr>
              <a:t>https://www.ynetnews.com/culture/article/s1nerc5pt </a:t>
            </a:r>
          </a:p>
          <a:p>
            <a:br>
              <a:rPr lang="en-US" b="1" i="0" u="none" strike="noStrike" dirty="0"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151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304D-5BAE-DCAB-070C-E94C3EFA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47029D-475B-B23C-33BE-760C52C1DC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PARTICIPANCE IN WIKI-PROJECT PALESTINE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5F2621-0059-D7A4-5CEB-7A60822721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4592725" cy="484928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Active members in </a:t>
            </a:r>
            <a:r>
              <a:rPr lang="en-US" sz="2400" dirty="0" err="1">
                <a:latin typeface="+mn-lt"/>
              </a:rPr>
              <a:t>WikiProject</a:t>
            </a:r>
            <a:r>
              <a:rPr lang="en-US" sz="2400" dirty="0">
                <a:latin typeface="+mn-lt"/>
              </a:rPr>
              <a:t> Palestine.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“Be thorough and watch for POV in particularly controversial articles.”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Most of the articles in </a:t>
            </a:r>
            <a:r>
              <a:rPr lang="en-US" sz="2400" dirty="0" err="1">
                <a:latin typeface="+mn-lt"/>
              </a:rPr>
              <a:t>WikiProject</a:t>
            </a:r>
            <a:r>
              <a:rPr lang="en-US" sz="2400" dirty="0">
                <a:latin typeface="+mn-lt"/>
              </a:rPr>
              <a:t> Palestine are related to the Israel-Palestine </a:t>
            </a:r>
            <a:r>
              <a:rPr lang="en-US" sz="2400" dirty="0" err="1">
                <a:latin typeface="+mn-lt"/>
              </a:rPr>
              <a:t>Conflict.s</a:t>
            </a:r>
            <a:endParaRPr lang="en-US" sz="2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+mn-lt"/>
            </a:endParaRP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68E78851-FF30-75BD-4272-3100ED4D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26</a:t>
            </a:fld>
            <a:endParaRPr lang="en-US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46CAB62-5BF0-A2D6-FF05-104EDAB56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96"/>
          <a:stretch/>
        </p:blipFill>
        <p:spPr>
          <a:xfrm>
            <a:off x="6949647" y="1888936"/>
            <a:ext cx="4693506" cy="424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55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83201-FE12-566A-C02F-BE07B8FC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8EC547-60CF-6E9C-28A7-9CC43E876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GENERAL POPULATION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F837F1-D9B9-7659-2097-CE93C94F8E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3968" y="1507066"/>
            <a:ext cx="11063472" cy="4849283"/>
          </a:xfrm>
        </p:spPr>
        <p:txBody>
          <a:bodyPr>
            <a:norm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 Palestine and Pro Israel users in General Population as function of hour (UTC)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 last days from Recent Changes Wikipedia page.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BDD4DE4-EA95-D5F4-EB03-E0D653AD84E6}"/>
              </a:ext>
            </a:extLst>
          </p:cNvPr>
          <p:cNvSpPr txBox="1"/>
          <p:nvPr/>
        </p:nvSpPr>
        <p:spPr>
          <a:xfrm>
            <a:off x="1627321" y="3671060"/>
            <a:ext cx="31447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Pro-Israel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Mean: 18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Variance: 0.2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Pro-Palestine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Mean: 66e-3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Variance: 1.1e-3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מציין מיקום תוכן 5">
            <a:extLst>
              <a:ext uri="{FF2B5EF4-FFF2-40B4-BE49-F238E27FC236}">
                <a16:creationId xmlns:a16="http://schemas.microsoft.com/office/drawing/2014/main" id="{1298FB06-8913-6196-3F96-2A643691E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1" y="2609162"/>
            <a:ext cx="7503242" cy="4198812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71504652-5F3E-2A6B-D0A5-DC70B755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346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CA4F-F157-4590-D0BD-8173D35F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105527-9DE0-CF94-7093-14DFE0FD14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GENERAL 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129354F-FB07-562B-9320-8818454B0515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1627322" y="1507066"/>
                <a:ext cx="10564678" cy="4849283"/>
              </a:xfrm>
            </p:spPr>
            <p:txBody>
              <a:bodyPr>
                <a:noAutofit/>
              </a:bodyPr>
              <a:lstStyle/>
              <a:p>
                <a:pPr marL="342900" marR="0" indent="-342900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We will evaluate each feature by comparing the mean Pro-Palestine users in the feature to the mean Pro-Palestine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±</m:t>
                    </m:r>
                  </m:oMath>
                </a14:m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 variance. Same to the mean Pro-Israel users.</a:t>
                </a:r>
              </a:p>
              <a:p>
                <a:pPr marL="342900" marR="0" indent="-342900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400" dirty="0">
                  <a:effectLst/>
                  <a:latin typeface="Open Sans" panose="020B0606030504020204" pitchFamily="34" charset="0"/>
                  <a:ea typeface="Open Sans" panose="020B0606030504020204" pitchFamily="34" charset="0"/>
                </a:endParaRPr>
              </a:p>
              <a:p>
                <a:pPr marL="342900" marR="0" indent="-342900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From now and on, </a:t>
                </a:r>
                <a:r>
                  <a:rPr lang="en-US" sz="2400" b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mean Pro-Palestine </a:t>
                </a:r>
                <a14:m>
                  <m:oMath xmlns:m="http://schemas.openxmlformats.org/officeDocument/2006/math">
                    <m:r>
                      <a:rPr lang="en-US" sz="2400" b="1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±</m:t>
                    </m:r>
                  </m:oMath>
                </a14:m>
                <a:r>
                  <a:rPr lang="en-US" sz="2400" b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 variance </a:t>
                </a:r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will be marked on the graphs in </a:t>
                </a:r>
                <a:r>
                  <a:rPr lang="en-US" sz="2400" dirty="0">
                    <a:solidFill>
                      <a:srgbClr val="006600"/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green solid line </a:t>
                </a:r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and mean </a:t>
                </a:r>
                <a:r>
                  <a:rPr lang="en-US" sz="2400" b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Pro-Israel </a:t>
                </a:r>
                <a14:m>
                  <m:oMath xmlns:m="http://schemas.openxmlformats.org/officeDocument/2006/math">
                    <m:r>
                      <a:rPr lang="en-US" sz="2400" b="1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±</m:t>
                    </m:r>
                  </m:oMath>
                </a14:m>
                <a:r>
                  <a:rPr lang="en-US" sz="2400" b="1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 variance </a:t>
                </a:r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will be marked in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purple dot line</a:t>
                </a:r>
                <a:r>
                  <a:rPr lang="en-US" sz="24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A129354F-FB07-562B-9320-8818454B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1627322" y="1507066"/>
                <a:ext cx="10564678" cy="4849283"/>
              </a:xfrm>
              <a:blipFill>
                <a:blip r:embed="rId3"/>
                <a:stretch>
                  <a:fillRect l="-1673" r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49D364F0-A66E-292F-8F16-5BE43E47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22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9CEB-A783-D5B6-4EA2-745BDD9C3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E6054A-96F1-9A57-3095-E62DAC0DF7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CONTRIBUTION TO EC PAGES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F149604-02DA-72E1-6EEB-89103EB32E3C}"/>
              </a:ext>
            </a:extLst>
          </p:cNvPr>
          <p:cNvSpPr txBox="1"/>
          <p:nvPr/>
        </p:nvSpPr>
        <p:spPr>
          <a:xfrm>
            <a:off x="1206500" y="1531912"/>
            <a:ext cx="459753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Starts from the Kernel (0 iteration), expand to all the pages the user contributed to in the last past month.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Extract the </a:t>
            </a:r>
            <a:r>
              <a:rPr lang="en-US" sz="2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edit_protection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tag from all the pages.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Expand from all the </a:t>
            </a:r>
            <a:r>
              <a:rPr lang="en-US" sz="2200" u="sng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extended confirmed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pages to all the users that have contributed to them in the last month.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Keep expanding until converges.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F3118C5-6AB0-3FAC-8A65-9F280D64B508}"/>
              </a:ext>
            </a:extLst>
          </p:cNvPr>
          <p:cNvSpPr txBox="1"/>
          <p:nvPr/>
        </p:nvSpPr>
        <p:spPr>
          <a:xfrm>
            <a:off x="6512882" y="1531912"/>
            <a:ext cx="52488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6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Great Feature – 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works as we expected.</a:t>
            </a:r>
          </a:p>
        </p:txBody>
      </p:sp>
      <p:pic>
        <p:nvPicPr>
          <p:cNvPr id="10" name="גרפיקה 9" descr="תג v קו מיתאר">
            <a:extLst>
              <a:ext uri="{FF2B5EF4-FFF2-40B4-BE49-F238E27FC236}">
                <a16:creationId xmlns:a16="http://schemas.microsoft.com/office/drawing/2014/main" id="{219606A4-C7BF-895F-4AFA-0BAA8068F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5055" y="-1"/>
            <a:ext cx="1096945" cy="1096945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D950AE3D-3A25-250C-B83A-611A9BB8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29</a:t>
            </a:fld>
            <a:endParaRPr lang="en-US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F0E2CD7-9F93-A4CB-596F-B4B9D530B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677" y="2606101"/>
            <a:ext cx="5930020" cy="365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99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E4D3-8E95-BC59-C766-81885313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A90BDB-5991-9701-3345-850C6DED6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REVERTS WAR</a:t>
            </a:r>
          </a:p>
        </p:txBody>
      </p:sp>
      <p:pic>
        <p:nvPicPr>
          <p:cNvPr id="4" name="גרפיקה 3" descr="תג x קו מיתאר">
            <a:extLst>
              <a:ext uri="{FF2B5EF4-FFF2-40B4-BE49-F238E27FC236}">
                <a16:creationId xmlns:a16="http://schemas.microsoft.com/office/drawing/2014/main" id="{7B3CEB83-FEF0-FD59-51A8-8554EDCD2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7600" y="0"/>
            <a:ext cx="914400" cy="91440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CCE4866-8A8F-E4E0-2B6B-6D30CB435635}"/>
              </a:ext>
            </a:extLst>
          </p:cNvPr>
          <p:cNvSpPr txBox="1"/>
          <p:nvPr/>
        </p:nvSpPr>
        <p:spPr>
          <a:xfrm>
            <a:off x="1228349" y="1659152"/>
            <a:ext cx="458190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Starts from the Kernel (0 iteration), expand to all the users that the kernel reverted.</a:t>
            </a:r>
          </a:p>
          <a:p>
            <a:pPr algn="l" rtl="0"/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assumed that those users in iteration 1 will be pro-Israelis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Keep expanding, in even iterations Assumed to be only Pro Palestine and in odd iterations only Pro Israels.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מציין מיקום תוכן 17">
            <a:extLst>
              <a:ext uri="{FF2B5EF4-FFF2-40B4-BE49-F238E27FC236}">
                <a16:creationId xmlns:a16="http://schemas.microsoft.com/office/drawing/2014/main" id="{EAB9E897-FE7E-19FC-0A04-BC056E3A7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433" y="2836845"/>
            <a:ext cx="6156323" cy="3708902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E7EE2F01-06BE-4773-0290-9609A4B684A0}"/>
              </a:ext>
            </a:extLst>
          </p:cNvPr>
          <p:cNvSpPr txBox="1"/>
          <p:nvPr/>
        </p:nvSpPr>
        <p:spPr>
          <a:xfrm>
            <a:off x="6164525" y="1659152"/>
            <a:ext cx="59482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good enough feature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like good Israelis, we noticed that Pro Israel users may revert other Pro Israel users 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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0186F079-9ED7-30D3-E655-96A2951C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04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2C9C-C6A4-DF7E-BBDB-AC489948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4C653-3E8C-638C-762F-C1334129B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REVeRTS</a:t>
            </a:r>
            <a:r>
              <a:rPr lang="en-US" dirty="0">
                <a:latin typeface="+mn-lt"/>
              </a:rPr>
              <a:t> WAR ON EC PAGES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C7E3C2-6F8B-A383-691D-ACA86DFEE9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3975" y="1654125"/>
            <a:ext cx="5038726" cy="470222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 like reverts war, but expanding only on reverts in EC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 iterations have high numbers of pro-Palestine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גרפיקה 1" descr="תג v קו מיתאר">
            <a:extLst>
              <a:ext uri="{FF2B5EF4-FFF2-40B4-BE49-F238E27FC236}">
                <a16:creationId xmlns:a16="http://schemas.microsoft.com/office/drawing/2014/main" id="{E8C4A5D9-8DBC-CBD8-32D1-C470D9A3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5055" y="0"/>
            <a:ext cx="1096945" cy="1096945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965E56F7-E0AC-44F7-2921-57F350D4C4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989" y="3543300"/>
            <a:ext cx="5498011" cy="3316394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6AE4CC4-F406-758F-E13F-D222A898708C}"/>
              </a:ext>
            </a:extLst>
          </p:cNvPr>
          <p:cNvSpPr txBox="1"/>
          <p:nvPr/>
        </p:nvSpPr>
        <p:spPr>
          <a:xfrm>
            <a:off x="6819565" y="1654124"/>
            <a:ext cx="5248808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</a:t>
            </a:r>
            <a:r>
              <a:rPr lang="en-US" sz="2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dd iterations higher numbers of pro-Israel than pro-Palestine users.</a:t>
            </a:r>
            <a:endParaRPr lang="en-US" sz="2200" dirty="0">
              <a:solidFill>
                <a:srgbClr val="0066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6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Good Feature – 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works as we expected.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683C1AFA-1598-77C5-430E-299903C29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59" y="3543300"/>
            <a:ext cx="5475773" cy="3316394"/>
          </a:xfrm>
          <a:prstGeom prst="rect">
            <a:avLst/>
          </a:prstGeom>
        </p:spPr>
      </p:pic>
      <p:sp>
        <p:nvSpPr>
          <p:cNvPr id="8" name="מציין מיקום של מספר שקופית 7">
            <a:extLst>
              <a:ext uri="{FF2B5EF4-FFF2-40B4-BE49-F238E27FC236}">
                <a16:creationId xmlns:a16="http://schemas.microsoft.com/office/drawing/2014/main" id="{A3A759E7-2A9B-05CE-E102-296D4A26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816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DB50C-2DA3-F319-5221-579F6411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99043-7FA8-CF18-2EC8-602F95D25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EC TAG</a:t>
            </a:r>
          </a:p>
        </p:txBody>
      </p:sp>
      <p:pic>
        <p:nvPicPr>
          <p:cNvPr id="4" name="גרפיקה 3" descr="תג v קו מיתאר">
            <a:extLst>
              <a:ext uri="{FF2B5EF4-FFF2-40B4-BE49-F238E27FC236}">
                <a16:creationId xmlns:a16="http://schemas.microsoft.com/office/drawing/2014/main" id="{AF0A90C0-C5A0-8E64-2CC8-5BA65CDC1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5055" y="0"/>
            <a:ext cx="1096945" cy="1096945"/>
          </a:xfrm>
          <a:prstGeom prst="rect">
            <a:avLst/>
          </a:prstGeom>
        </p:spPr>
      </p:pic>
      <p:pic>
        <p:nvPicPr>
          <p:cNvPr id="8" name="מציין מיקום תוכן 9">
            <a:extLst>
              <a:ext uri="{FF2B5EF4-FFF2-40B4-BE49-F238E27FC236}">
                <a16:creationId xmlns:a16="http://schemas.microsoft.com/office/drawing/2014/main" id="{FB493D56-B957-A9CD-F56B-BC8E3695E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071" y="2687082"/>
            <a:ext cx="6722930" cy="39370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C889420-FEBA-214A-CF4C-0D053D0EE980}"/>
              </a:ext>
            </a:extLst>
          </p:cNvPr>
          <p:cNvSpPr txBox="1"/>
          <p:nvPr/>
        </p:nvSpPr>
        <p:spPr>
          <a:xfrm>
            <a:off x="6394719" y="1681842"/>
            <a:ext cx="52488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6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Great Feature – 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works as we expected.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AC8A7D9-E6DC-ABD5-5CB4-A1A225B0F296}"/>
              </a:ext>
            </a:extLst>
          </p:cNvPr>
          <p:cNvSpPr txBox="1"/>
          <p:nvPr/>
        </p:nvSpPr>
        <p:spPr>
          <a:xfrm>
            <a:off x="1117600" y="1681842"/>
            <a:ext cx="44323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Users can get EC tag only when reached to 500 edits and minimum 1 month from registration.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assumed that biassed users may want to gain the EC tag fast, in order to vote, edit and revert EC pages.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assumed, users that we marked as Pro Palestine gained their EC tag much faster than Pro Israel users.</a:t>
            </a:r>
            <a:endParaRPr lang="en-US" sz="2200" dirty="0">
              <a:solidFill>
                <a:srgbClr val="0066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02393BCE-39C8-BE8F-9B74-DF3C625B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514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71EC-F9F0-5B29-5E8F-0054D9F4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4D03C0-B3B7-3122-5A51-CDE1B63F3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General population – </a:t>
            </a:r>
            <a:r>
              <a:rPr lang="en-US" dirty="0" err="1">
                <a:latin typeface="+mn-lt"/>
              </a:rPr>
              <a:t>ec</a:t>
            </a:r>
            <a:r>
              <a:rPr lang="en-US" dirty="0">
                <a:latin typeface="+mn-lt"/>
              </a:rPr>
              <a:t> tag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0A9D3174-F2F8-4F88-216D-EA82106D5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2655930"/>
            <a:ext cx="7310664" cy="420207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C64BBCA-BEAE-190E-9406-DE89B6458CA7}"/>
              </a:ext>
            </a:extLst>
          </p:cNvPr>
          <p:cNvSpPr txBox="1"/>
          <p:nvPr/>
        </p:nvSpPr>
        <p:spPr>
          <a:xfrm>
            <a:off x="1627321" y="1362561"/>
            <a:ext cx="9621250" cy="966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1000"/>
              </a:spcBef>
            </a:pPr>
            <a:r>
              <a:rPr lang="en-US" sz="2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Also in the general population, most of the users that have gained their EC Tag within less than 7 months are classified as Pro Palestine.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79CA65-EB14-BF78-4249-91808752F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07CE-D6CF-EF57-BA23-4CF45DB70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22A3E1-7097-5640-AC78-CF01C0BF3C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General population – </a:t>
            </a:r>
            <a:r>
              <a:rPr lang="en-US" dirty="0" err="1">
                <a:latin typeface="+mn-lt"/>
              </a:rPr>
              <a:t>ec</a:t>
            </a:r>
            <a:r>
              <a:rPr lang="en-US" dirty="0">
                <a:latin typeface="+mn-lt"/>
              </a:rPr>
              <a:t> tag - NORMALIZED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8452B11-4466-5047-A979-9CE59660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34</a:t>
            </a:fld>
            <a:endParaRPr lang="en-US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D395A08-60D2-A774-FAC3-0070F840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968" y="2052011"/>
            <a:ext cx="7621064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825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874B-C12D-9827-CA33-B28D5BD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8750B7E1-873C-B332-2D5C-E09327F708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>
          <a:xfrm>
            <a:off x="1123950" y="0"/>
            <a:ext cx="11068050" cy="6858000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A62667-F4F3-C97C-9676-1530A8FC1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OPTIMIZATION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0926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EC9B-E2E2-9111-A2D3-FF4819D5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662D71-98AF-0EFD-FD1B-827B162C4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AMOEBA OPTIMIZATION METHOD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19E44F-71DC-077A-2679-FB4A2A52D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5134349"/>
          </a:xfrm>
        </p:spPr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sz="1900" dirty="0"/>
              <a:t>Initialize 3 points to random positions</a:t>
            </a:r>
          </a:p>
          <a:p>
            <a:pPr marL="0" indent="0" algn="l" rtl="0">
              <a:buNone/>
            </a:pPr>
            <a:endParaRPr lang="en-US" sz="1900" dirty="0"/>
          </a:p>
          <a:p>
            <a:pPr marL="0" indent="0" algn="l" rtl="0">
              <a:buNone/>
            </a:pPr>
            <a:r>
              <a:rPr lang="en-US" sz="1900" dirty="0"/>
              <a:t>Loop </a:t>
            </a:r>
            <a:r>
              <a:rPr lang="en-US" sz="1900" dirty="0" err="1"/>
              <a:t>max_loop</a:t>
            </a:r>
            <a:r>
              <a:rPr lang="en-US" sz="1900" dirty="0"/>
              <a:t> times:</a:t>
            </a:r>
          </a:p>
          <a:p>
            <a:pPr marL="457200" lvl="1" indent="0" algn="l" rtl="0">
              <a:buNone/>
            </a:pPr>
            <a:r>
              <a:rPr lang="en-US" sz="1900" dirty="0"/>
              <a:t>Compute the centroid using best &amp; other points</a:t>
            </a:r>
          </a:p>
          <a:p>
            <a:pPr marL="457200" lvl="1" indent="0" algn="l" rtl="0">
              <a:buNone/>
            </a:pPr>
            <a:endParaRPr lang="en-US" sz="1900" dirty="0"/>
          </a:p>
          <a:p>
            <a:pPr marL="457200" lvl="1" indent="0" algn="l" rtl="0">
              <a:buNone/>
            </a:pPr>
            <a:r>
              <a:rPr lang="en-US" sz="1900" dirty="0"/>
              <a:t>Compute an </a:t>
            </a:r>
            <a:r>
              <a:rPr lang="en-US" sz="1900" b="1" dirty="0"/>
              <a:t>expended</a:t>
            </a:r>
          </a:p>
          <a:p>
            <a:pPr marL="457200" lvl="1" indent="0" algn="l" rtl="0">
              <a:buNone/>
            </a:pPr>
            <a:r>
              <a:rPr lang="en-US" sz="1900" dirty="0"/>
              <a:t>If expanded better than worst, replace worst</a:t>
            </a:r>
          </a:p>
          <a:p>
            <a:pPr marL="457200" lvl="1" indent="0" algn="l" rtl="0">
              <a:buNone/>
            </a:pPr>
            <a:r>
              <a:rPr lang="en-US" sz="1900" dirty="0"/>
              <a:t>Compute a </a:t>
            </a:r>
            <a:r>
              <a:rPr lang="en-US" sz="1900" b="1" dirty="0"/>
              <a:t>reflected</a:t>
            </a:r>
          </a:p>
          <a:p>
            <a:pPr marL="457200" lvl="1" indent="0" algn="l" rtl="0">
              <a:buNone/>
            </a:pPr>
            <a:r>
              <a:rPr lang="en-US" sz="1900" dirty="0"/>
              <a:t>If reflected better than worst, replace worst</a:t>
            </a:r>
          </a:p>
          <a:p>
            <a:pPr marL="457200" lvl="1" indent="0" algn="l" rtl="0">
              <a:buNone/>
            </a:pPr>
            <a:r>
              <a:rPr lang="en-US" sz="1900" dirty="0"/>
              <a:t>Compute a </a:t>
            </a:r>
            <a:r>
              <a:rPr lang="en-US" sz="1900" b="1" dirty="0"/>
              <a:t>contracted</a:t>
            </a:r>
          </a:p>
          <a:p>
            <a:pPr marL="457200" lvl="1" indent="0" algn="l" rtl="0">
              <a:buNone/>
            </a:pPr>
            <a:r>
              <a:rPr lang="en-US" sz="1900" dirty="0"/>
              <a:t>If contracted better than worst, replace worst</a:t>
            </a:r>
          </a:p>
          <a:p>
            <a:pPr marL="457200" lvl="1" indent="0" algn="l" rtl="0">
              <a:buNone/>
            </a:pPr>
            <a:endParaRPr lang="en-US" sz="1900" dirty="0"/>
          </a:p>
          <a:p>
            <a:pPr marL="457200" lvl="1" indent="0" algn="l" rtl="0">
              <a:buNone/>
            </a:pPr>
            <a:r>
              <a:rPr lang="en-US" sz="1900" dirty="0"/>
              <a:t>Shrink other and worst towards best</a:t>
            </a:r>
          </a:p>
          <a:p>
            <a:pPr marL="0" indent="0" algn="l" rtl="0">
              <a:buNone/>
            </a:pPr>
            <a:r>
              <a:rPr lang="en-US" sz="1900" dirty="0"/>
              <a:t>End Loop</a:t>
            </a:r>
          </a:p>
          <a:p>
            <a:pPr marL="0" indent="0" algn="l" rtl="0">
              <a:buNone/>
            </a:pPr>
            <a:r>
              <a:rPr lang="en-US" sz="1900" dirty="0"/>
              <a:t>Return best point</a:t>
            </a:r>
          </a:p>
          <a:p>
            <a:endParaRPr lang="en-US" sz="2400" dirty="0"/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BDCA3AA2-DA2C-E512-86B3-33A4FD24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730DB8-8BFA-0F50-9881-E0BBD10AF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036" y="3619376"/>
            <a:ext cx="2736973" cy="273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AE911D7-1547-5D05-5C1E-9CB0092A970D}"/>
              </a:ext>
            </a:extLst>
          </p:cNvPr>
          <p:cNvSpPr txBox="1"/>
          <p:nvPr/>
        </p:nvSpPr>
        <p:spPr>
          <a:xfrm>
            <a:off x="9429939" y="6241305"/>
            <a:ext cx="3562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https://commons.wikimedia.org/wiki/File:Nelder-Mead_Himmelblau.gif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447218B9-D247-2EDD-A547-0D8702E2C2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84" r="7076"/>
          <a:stretch/>
        </p:blipFill>
        <p:spPr>
          <a:xfrm>
            <a:off x="9793738" y="982827"/>
            <a:ext cx="2182965" cy="273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70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D6FF-0C15-DB4C-2243-D93DF34E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B5A8B4-A450-D913-7222-3E5C5D6C2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GRADE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48BAA558-B79C-A35C-B94F-8F2C728A1FD0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1627322" y="1507066"/>
                <a:ext cx="10134371" cy="5350934"/>
              </a:xfrm>
            </p:spPr>
            <p:txBody>
              <a:bodyPr>
                <a:noAutofit/>
              </a:bodyPr>
              <a:lstStyle/>
              <a:p>
                <a:pPr marR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grade for each feature will be calculated as follows:</a:t>
                </a:r>
              </a:p>
              <a:p>
                <a:pPr marR="0"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en-US" sz="2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1. EC Pages Contribution</a:t>
                </a:r>
              </a:p>
              <a:p>
                <a:pPr marL="219075" marR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𝑐𝑜𝑛𝑡𝑟𝑖𝑏𝑢𝑡𝑖𝑜𝑛𝑠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𝑡𝑜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𝐸𝐶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𝑝𝑎𝑔𝑒𝑠</m:t>
                          </m:r>
                        </m:num>
                        <m:den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𝑡𝑜𝑡𝑎𝑙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𝑐𝑜𝑛𝑡𝑟𝑖𝑏𝑢𝑡𝑖𝑜𝑛𝑠</m:t>
                          </m:r>
                        </m:den>
                      </m:f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∗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𝑔𝑟𝑎𝑑𝑒𝑠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(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1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R="0" lvl="0">
                  <a:lnSpc>
                    <a:spcPct val="150000"/>
                  </a:lnSpc>
                </a:pPr>
                <a:r>
                  <a:rPr lang="en-US" sz="2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2. EC Tag</a:t>
                </a:r>
              </a:p>
              <a:p>
                <a:pPr marL="219075" marR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smtClea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1</m:t>
                          </m:r>
                          <m:r>
                            <a:rPr lang="en-US" sz="2200" i="1" smtClean="0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+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𝑚𝑜𝑛𝑡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h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𝑠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𝑢𝑛𝑡𝑖𝑙𝑙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𝐸𝐶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_</m:t>
                          </m:r>
                          <m:r>
                            <a:rPr lang="en-US" sz="2200" i="1">
                              <a:effectLst/>
                              <a:latin typeface="Cambria Math" panose="02040503050406030204" pitchFamily="18" charset="0"/>
                              <a:ea typeface="Open Sans" panose="020B0606030504020204" pitchFamily="34" charset="0"/>
                            </a:rPr>
                            <m:t>𝑡𝑎𝑔</m:t>
                          </m:r>
                        </m:den>
                      </m:f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∗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𝑔𝑟𝑎𝑑𝑒𝑠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(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2</m:t>
                      </m:r>
                      <m:r>
                        <a:rPr lang="en-US" sz="2200" i="1">
                          <a:effectLst/>
                          <a:latin typeface="Cambria Math" panose="02040503050406030204" pitchFamily="18" charset="0"/>
                          <a:ea typeface="Open Sans" panose="020B0606030504020204" pitchFamily="34" charset="0"/>
                        </a:rPr>
                        <m:t>)</m:t>
                      </m:r>
                    </m:oMath>
                  </m:oMathPara>
                </a14:m>
                <a:endParaRPr lang="en-US" sz="22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R="0" lvl="0">
                  <a:lnSpc>
                    <a:spcPct val="150000"/>
                  </a:lnSpc>
                </a:pPr>
                <a:r>
                  <a:rPr lang="en-US" sz="2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3. Reverts War </a:t>
                </a:r>
                <a:r>
                  <a:rPr lang="en-US" sz="2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on EC pages</a:t>
                </a:r>
                <a:endParaRPr lang="en-US" sz="22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R="0" algn="ctr">
                  <a:lnSpc>
                    <a:spcPct val="15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</m:ctrlPr>
                      </m:fPr>
                      <m:num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𝑟𝑒𝑣𝑒𝑟𝑡𝑠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_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𝑡𝑜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_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𝐸𝐶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_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𝑝𝑎𝑔𝑒𝑠</m:t>
                        </m:r>
                      </m:num>
                      <m:den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𝑡𝑜𝑡𝑎𝑙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_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Open Sans" panose="020B0606030504020204" pitchFamily="34" charset="0"/>
                          </a:rPr>
                          <m:t>𝑟𝑒𝑣𝑒𝑟𝑡𝑠</m:t>
                        </m:r>
                      </m:den>
                    </m:f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∗</m:t>
                    </m:r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𝑔𝑟𝑎𝑑𝑒𝑠</m:t>
                    </m:r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(</m:t>
                    </m:r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3</m:t>
                    </m:r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en-US" sz="22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48BAA558-B79C-A35C-B94F-8F2C728A1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1627322" y="1507066"/>
                <a:ext cx="10134371" cy="5350934"/>
              </a:xfrm>
              <a:blipFill>
                <a:blip r:embed="rId3"/>
                <a:stretch>
                  <a:fillRect l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EB92C78-282D-E234-329B-BDE93E9C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059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6EAF-3475-D5BB-FC7C-9216F7EB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1F0E13-B5DE-F4CB-955C-0755E2B4D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RUNNINGs FROM DIFFERENT INITIALS 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413374BD-19D5-5E73-F423-8812FB946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256" y="1762214"/>
            <a:ext cx="2482070" cy="20090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A243C46A-1AFA-A645-FA0A-51D1B72E8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860" y="1764750"/>
            <a:ext cx="2482071" cy="2006464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35DEFD6C-E670-5F93-EA23-C7DB8B92E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465" y="1785924"/>
            <a:ext cx="2555366" cy="2006464"/>
          </a:xfrm>
          <a:prstGeom prst="rect">
            <a:avLst/>
          </a:prstGeom>
        </p:spPr>
      </p:pic>
      <p:sp>
        <p:nvSpPr>
          <p:cNvPr id="8" name="מציין מיקום של מספר שקופית 7">
            <a:extLst>
              <a:ext uri="{FF2B5EF4-FFF2-40B4-BE49-F238E27FC236}">
                <a16:creationId xmlns:a16="http://schemas.microsoft.com/office/drawing/2014/main" id="{DA4B5AFE-C897-458B-E10F-7F2E86DF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38</a:t>
            </a:fld>
            <a:endParaRPr lang="en-US" dirty="0"/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EFAA94F1-7955-D2EA-EDAA-6151705D3D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133" y="4010373"/>
            <a:ext cx="2482070" cy="192317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0D372BC3-3CE5-E17F-5D69-AC229F8A54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4952" y="4063532"/>
            <a:ext cx="2463418" cy="1907351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0A66C41E-21AF-B398-EE18-477F7D443E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3070" y="1762214"/>
            <a:ext cx="2350961" cy="2008999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3CCAE59F-FB10-1621-9C7D-AC9A540639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7859" y="4010373"/>
            <a:ext cx="2488073" cy="1933829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FB47166A-D459-0F1B-03C8-4E61B3FF6F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3070" y="4063532"/>
            <a:ext cx="2353406" cy="19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1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96B6E-CA6D-1AAD-527C-CC4D8804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1FA25-CAF1-220A-7642-6A8F69CDCC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MAPPING THE SURFACE </a:t>
            </a:r>
          </a:p>
        </p:txBody>
      </p:sp>
      <p:sp>
        <p:nvSpPr>
          <p:cNvPr id="12" name="מציין מיקום של מספר שקופית 11">
            <a:extLst>
              <a:ext uri="{FF2B5EF4-FFF2-40B4-BE49-F238E27FC236}">
                <a16:creationId xmlns:a16="http://schemas.microsoft.com/office/drawing/2014/main" id="{33990AB1-4A1C-844F-2E92-7F49FBB1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39</a:t>
            </a:fld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244A833-12F1-A845-36D9-832FBFC60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10038" y="1342197"/>
            <a:ext cx="10134371" cy="5350934"/>
          </a:xfrm>
        </p:spPr>
        <p:txBody>
          <a:bodyPr>
            <a:noAutofit/>
          </a:bodyPr>
          <a:lstStyle/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ran the Amoeba algorithm on 200 random initials between [0,1].</a:t>
            </a:r>
          </a:p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Then draw the objective function using linear interpolation, in order to get a smooth surface function.</a:t>
            </a:r>
          </a:p>
        </p:txBody>
      </p:sp>
      <p:pic>
        <p:nvPicPr>
          <p:cNvPr id="2051" name="תמונה 1" descr="תמונה שמכילה טקסט, תרשים, עלילה, צילום מסך&#10;&#10;התיאור נוצר באופן אוטומטי">
            <a:extLst>
              <a:ext uri="{FF2B5EF4-FFF2-40B4-BE49-F238E27FC236}">
                <a16:creationId xmlns:a16="http://schemas.microsoft.com/office/drawing/2014/main" id="{2DEF8C47-7290-7841-96A6-15D5A351C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3" t="633" r="33653" b="633"/>
          <a:stretch>
            <a:fillRect/>
          </a:stretch>
        </p:blipFill>
        <p:spPr bwMode="auto">
          <a:xfrm>
            <a:off x="1382879" y="3481137"/>
            <a:ext cx="3508783" cy="268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208F897-999C-2FE4-0B25-FEC67CA4F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67949" b="632"/>
          <a:stretch>
            <a:fillRect/>
          </a:stretch>
        </p:blipFill>
        <p:spPr bwMode="auto">
          <a:xfrm>
            <a:off x="4994534" y="3481137"/>
            <a:ext cx="3417400" cy="268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תמונה שמכילה טקסט, תרשים, עלילה, צילום מסך&#10;&#10;התיאור נוצר באופן אוטומטי">
            <a:extLst>
              <a:ext uri="{FF2B5EF4-FFF2-40B4-BE49-F238E27FC236}">
                <a16:creationId xmlns:a16="http://schemas.microsoft.com/office/drawing/2014/main" id="{D0ED8F61-5181-471E-4315-C6F75B55F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1266" r="961" b="632"/>
          <a:stretch>
            <a:fillRect/>
          </a:stretch>
        </p:blipFill>
        <p:spPr bwMode="auto">
          <a:xfrm>
            <a:off x="8514806" y="3481137"/>
            <a:ext cx="3494696" cy="268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C31EFF3-1A4E-3DEE-5438-DA99EA511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736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69CE57-3C4B-7EA6-067C-5C1BA9371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736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84C243B3-68D0-28BB-DFA2-8760FC97380B}"/>
              </a:ext>
            </a:extLst>
          </p:cNvPr>
          <p:cNvSpPr/>
          <p:nvPr/>
        </p:nvSpPr>
        <p:spPr>
          <a:xfrm>
            <a:off x="4644220" y="5843514"/>
            <a:ext cx="266065" cy="334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effectLst/>
                <a:ea typeface="Aptos" panose="020B0004020202020204" pitchFamily="34" charset="0"/>
                <a:cs typeface="Arial" panose="020B0604020202020204" pitchFamily="34" charset="0"/>
              </a:rPr>
              <a:t>1</a:t>
            </a:r>
            <a:endParaRPr lang="en-US" sz="1200" kern="10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BC679360-823F-0545-B948-D8F9DAF46FB1}"/>
              </a:ext>
            </a:extLst>
          </p:cNvPr>
          <p:cNvSpPr/>
          <p:nvPr/>
        </p:nvSpPr>
        <p:spPr>
          <a:xfrm>
            <a:off x="8166937" y="5843514"/>
            <a:ext cx="266065" cy="334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he-IL" sz="12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endParaRPr lang="en-US" sz="12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C02AFDB-D465-F732-F9C9-DFFD027FAB4B}"/>
              </a:ext>
            </a:extLst>
          </p:cNvPr>
          <p:cNvSpPr/>
          <p:nvPr/>
        </p:nvSpPr>
        <p:spPr>
          <a:xfrm>
            <a:off x="11743437" y="5843514"/>
            <a:ext cx="266065" cy="3340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he-IL" sz="1200" kern="100" dirty="0">
                <a:ln w="9525" cap="rnd" cmpd="sng" algn="ctr">
                  <a:solidFill>
                    <a:srgbClr val="000000"/>
                  </a:solidFill>
                  <a:prstDash val="solid"/>
                  <a:bevel/>
                </a:ln>
                <a:ea typeface="Aptos" panose="020B0004020202020204" pitchFamily="34" charset="0"/>
                <a:cs typeface="Arial" panose="020B0604020202020204" pitchFamily="34" charset="0"/>
              </a:rPr>
              <a:t>3</a:t>
            </a:r>
            <a:endParaRPr lang="en-US" sz="12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893798C9-611A-4DF9-0270-6152D9EC6C06}"/>
              </a:ext>
            </a:extLst>
          </p:cNvPr>
          <p:cNvCxnSpPr>
            <a:cxnSpLocks/>
          </p:cNvCxnSpPr>
          <p:nvPr/>
        </p:nvCxnSpPr>
        <p:spPr>
          <a:xfrm flipH="1">
            <a:off x="6553200" y="3288139"/>
            <a:ext cx="1940538" cy="521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8AB95898-F59C-8FF9-9DE0-34ADA2D1A360}"/>
              </a:ext>
            </a:extLst>
          </p:cNvPr>
          <p:cNvCxnSpPr>
            <a:cxnSpLocks/>
          </p:cNvCxnSpPr>
          <p:nvPr/>
        </p:nvCxnSpPr>
        <p:spPr>
          <a:xfrm>
            <a:off x="8493738" y="3288139"/>
            <a:ext cx="593112" cy="8266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B7FAEF34-765A-5028-8642-4212D3481F9F}"/>
              </a:ext>
            </a:extLst>
          </p:cNvPr>
          <p:cNvSpPr txBox="1"/>
          <p:nvPr/>
        </p:nvSpPr>
        <p:spPr>
          <a:xfrm>
            <a:off x="7658621" y="2965530"/>
            <a:ext cx="179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Global Maximum</a:t>
            </a:r>
          </a:p>
        </p:txBody>
      </p:sp>
    </p:spTree>
    <p:extLst>
      <p:ext uri="{BB962C8B-B14F-4D97-AF65-F5344CB8AC3E}">
        <p14:creationId xmlns:p14="http://schemas.microsoft.com/office/powerpoint/2010/main" val="32578254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9BD07-6FDE-04E3-1572-52E4C2E6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2499E3-7561-A0C8-95E4-C93F53006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EC PAGES CONTRIBUTIONS &amp; EC TAG  </a:t>
            </a:r>
          </a:p>
        </p:txBody>
      </p:sp>
      <p:sp>
        <p:nvSpPr>
          <p:cNvPr id="12" name="מציין מיקום של מספר שקופית 11">
            <a:extLst>
              <a:ext uri="{FF2B5EF4-FFF2-40B4-BE49-F238E27FC236}">
                <a16:creationId xmlns:a16="http://schemas.microsoft.com/office/drawing/2014/main" id="{16CD6C69-7115-88A2-3092-8F64701A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40</a:t>
            </a:fld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24F9DB-50FE-E378-F343-21D54375E5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10038" y="1342197"/>
            <a:ext cx="10134371" cy="5350934"/>
          </a:xfrm>
        </p:spPr>
        <p:txBody>
          <a:bodyPr>
            <a:noAutofit/>
          </a:bodyPr>
          <a:lstStyle/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updated </a:t>
            </a: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Grade3 (reverts in EC pages) to 0</a:t>
            </a:r>
          </a:p>
          <a:p>
            <a:pPr marL="342900" marR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assumed, peak in grades = [0.4, 0.5] and prune = 0.5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D4587D-9546-5C32-B89B-55797ABD3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736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Open Sans" panose="020B0606030504020204" pitchFamily="34" charset="0"/>
              </a:rPr>
              <a:t> 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D49ADB-409C-43B2-A826-2E977F12A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736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55AD05A-79DA-F12B-90EF-C08EE4A4D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757" y="2711092"/>
            <a:ext cx="5945671" cy="386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26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10CAA-64FC-C544-A630-17A958E6D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מציין מיקום של תמונה 2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7E2BF996-0180-A1F1-16F2-DC4C5D8BB3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065746A-364F-31C9-FF42-E2E0ED29A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RESULTS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0835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A4FA-00FB-86F9-FB54-F430E7C01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6CC1E1-C984-B6D1-FC72-4024515FE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List of pro Palestine users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0A6438B5-4F1C-8E9D-6076-ABE45435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AE41A56-FBCB-5766-CC16-C41C635DB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203" y="1342197"/>
            <a:ext cx="4544059" cy="3667637"/>
          </a:xfrm>
          <a:prstGeom prst="rect">
            <a:avLst/>
          </a:prstGeom>
        </p:spPr>
      </p:pic>
      <p:graphicFrame>
        <p:nvGraphicFramePr>
          <p:cNvPr id="6" name="טבלה 5">
            <a:extLst>
              <a:ext uri="{FF2B5EF4-FFF2-40B4-BE49-F238E27FC236}">
                <a16:creationId xmlns:a16="http://schemas.microsoft.com/office/drawing/2014/main" id="{47E0669C-BCA0-14A1-221B-80C80DB9B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38698"/>
              </p:ext>
            </p:extLst>
          </p:nvPr>
        </p:nvGraphicFramePr>
        <p:xfrm>
          <a:off x="2211571" y="1897578"/>
          <a:ext cx="3742661" cy="346182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742661">
                  <a:extLst>
                    <a:ext uri="{9D8B030D-6E8A-4147-A177-3AD203B41FA5}">
                      <a16:colId xmlns:a16="http://schemas.microsoft.com/office/drawing/2014/main" val="4208606287"/>
                    </a:ext>
                  </a:extLst>
                </a:gridCol>
              </a:tblGrid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Pro Palestine Users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8995236"/>
                  </a:ext>
                </a:extLst>
              </a:tr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err="1">
                          <a:effectLst/>
                        </a:rPr>
                        <a:t>HuntersHistory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0162304"/>
                  </a:ext>
                </a:extLst>
              </a:tr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Noble Attempt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6588039"/>
                  </a:ext>
                </a:extLst>
              </a:tr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Est. 2021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121852"/>
                  </a:ext>
                </a:extLst>
              </a:tr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err="1">
                          <a:effectLst/>
                        </a:rPr>
                        <a:t>IntrepidContributor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688172"/>
                  </a:ext>
                </a:extLst>
              </a:tr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M Waleed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5440805"/>
                  </a:ext>
                </a:extLst>
              </a:tr>
              <a:tr h="49454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 err="1">
                          <a:effectLst/>
                        </a:rPr>
                        <a:t>AnarchistHistory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526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8194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6D2A-6503-69EF-ABBA-14C9FD15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4E866A-1B5D-7951-047F-539FCB882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USERS WE CLASSIFIED AS PRO PALESTINE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730CC59A-B598-56DB-C548-DEFB6731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43</a:t>
            </a:fld>
            <a:endParaRPr lang="en-US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C8D6016-BEC9-4039-9347-FB430E93AA69}"/>
              </a:ext>
            </a:extLst>
          </p:cNvPr>
          <p:cNvSpPr txBox="1"/>
          <p:nvPr/>
        </p:nvSpPr>
        <p:spPr>
          <a:xfrm>
            <a:off x="2123853" y="1259059"/>
            <a:ext cx="60977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+--------------------------------------+</a:t>
            </a:r>
          </a:p>
          <a:p>
            <a:r>
              <a:rPr lang="en-US" dirty="0"/>
              <a:t>| username           		|</a:t>
            </a:r>
          </a:p>
          <a:p>
            <a:r>
              <a:rPr lang="en-US" dirty="0"/>
              <a:t>+--------------------------------------+</a:t>
            </a:r>
          </a:p>
          <a:p>
            <a:r>
              <a:rPr lang="en-US" dirty="0"/>
              <a:t>| "Iskandar323"       	|</a:t>
            </a:r>
          </a:p>
          <a:p>
            <a:r>
              <a:rPr lang="en-US" dirty="0"/>
              <a:t>| "</a:t>
            </a:r>
            <a:r>
              <a:rPr lang="en-US" dirty="0" err="1"/>
              <a:t>Trilletrollet</a:t>
            </a:r>
            <a:r>
              <a:rPr lang="en-US" dirty="0"/>
              <a:t>"      		|</a:t>
            </a:r>
          </a:p>
          <a:p>
            <a:r>
              <a:rPr lang="en-US" dirty="0"/>
              <a:t>| "</a:t>
            </a:r>
            <a:r>
              <a:rPr lang="en-US" dirty="0" err="1"/>
              <a:t>Timeshifter</a:t>
            </a:r>
            <a:r>
              <a:rPr lang="en-US" dirty="0"/>
              <a:t>"        		|</a:t>
            </a:r>
          </a:p>
          <a:p>
            <a:r>
              <a:rPr lang="en-US" dirty="0"/>
              <a:t>| "</a:t>
            </a:r>
            <a:r>
              <a:rPr lang="en-US" dirty="0" err="1"/>
              <a:t>Smallangryplanet</a:t>
            </a:r>
            <a:r>
              <a:rPr lang="en-US" dirty="0"/>
              <a:t>"   	|</a:t>
            </a:r>
          </a:p>
          <a:p>
            <a:r>
              <a:rPr lang="en-US" dirty="0"/>
              <a:t>| "Professor </a:t>
            </a:r>
            <a:r>
              <a:rPr lang="en-US" dirty="0" err="1"/>
              <a:t>Penguino</a:t>
            </a:r>
            <a:r>
              <a:rPr lang="en-US" dirty="0"/>
              <a:t>" 	|</a:t>
            </a:r>
          </a:p>
          <a:p>
            <a:r>
              <a:rPr lang="en-US" dirty="0"/>
              <a:t>| "</a:t>
            </a:r>
            <a:r>
              <a:rPr lang="en-US" dirty="0" err="1"/>
              <a:t>Shushugah</a:t>
            </a:r>
            <a:r>
              <a:rPr lang="en-US" dirty="0"/>
              <a:t>"          	|</a:t>
            </a:r>
          </a:p>
          <a:p>
            <a:r>
              <a:rPr lang="en-US" dirty="0"/>
              <a:t>| "Abo Yemen"          	|</a:t>
            </a:r>
          </a:p>
          <a:p>
            <a:r>
              <a:rPr lang="en-US" dirty="0"/>
              <a:t>| "Est. 2021"          		|</a:t>
            </a:r>
          </a:p>
          <a:p>
            <a:r>
              <a:rPr lang="en-US" dirty="0"/>
              <a:t>| "</a:t>
            </a:r>
            <a:r>
              <a:rPr lang="en-US" dirty="0" err="1"/>
              <a:t>ViolanteMD</a:t>
            </a:r>
            <a:r>
              <a:rPr lang="en-US" dirty="0"/>
              <a:t>"         	|</a:t>
            </a:r>
          </a:p>
          <a:p>
            <a:r>
              <a:rPr lang="en-US" dirty="0"/>
              <a:t>| "</a:t>
            </a:r>
            <a:r>
              <a:rPr lang="en-US" dirty="0" err="1"/>
              <a:t>Fjmustak</a:t>
            </a:r>
            <a:r>
              <a:rPr lang="en-US" dirty="0"/>
              <a:t>"           		|	</a:t>
            </a:r>
          </a:p>
          <a:p>
            <a:r>
              <a:rPr lang="en-US" dirty="0"/>
              <a:t>| "Fuchsia the Sun"    	|</a:t>
            </a:r>
          </a:p>
          <a:p>
            <a:r>
              <a:rPr lang="en-US" dirty="0"/>
              <a:t>| "</a:t>
            </a:r>
            <a:r>
              <a:rPr lang="en-US" dirty="0" err="1"/>
              <a:t>RAGentry</a:t>
            </a:r>
            <a:r>
              <a:rPr lang="en-US" dirty="0"/>
              <a:t>"           		|</a:t>
            </a:r>
          </a:p>
          <a:p>
            <a:r>
              <a:rPr lang="en-US" dirty="0"/>
              <a:t>| "</a:t>
            </a:r>
            <a:r>
              <a:rPr lang="en-US" dirty="0" err="1"/>
              <a:t>Hellosami</a:t>
            </a:r>
            <a:r>
              <a:rPr lang="en-US" dirty="0"/>
              <a:t>"          		|</a:t>
            </a:r>
          </a:p>
          <a:p>
            <a:r>
              <a:rPr lang="en-US" dirty="0"/>
              <a:t>| "Mason7512"          	|</a:t>
            </a:r>
          </a:p>
          <a:p>
            <a:r>
              <a:rPr lang="en-US" dirty="0"/>
              <a:t>| "</a:t>
            </a:r>
            <a:r>
              <a:rPr lang="en-US" dirty="0" err="1"/>
              <a:t>Irtapil</a:t>
            </a:r>
            <a:r>
              <a:rPr lang="en-US" dirty="0"/>
              <a:t>"            		|</a:t>
            </a:r>
          </a:p>
          <a:p>
            <a:r>
              <a:rPr lang="en-US" dirty="0"/>
              <a:t>+-------------------------------------+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789851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D573B8-19F5-1899-820A-904FFC16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D11444-04F4-1DBE-2ABF-AA39CA08E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List of ALL users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97336F3A-670F-88B4-AAF3-B1D26354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44</a:t>
            </a:fld>
            <a:endParaRPr lang="en-US" dirty="0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03F9D9B8-5AAD-AC42-66E3-3435DAC07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40711"/>
              </p:ext>
            </p:extLst>
          </p:nvPr>
        </p:nvGraphicFramePr>
        <p:xfrm>
          <a:off x="1913860" y="1523551"/>
          <a:ext cx="4014697" cy="372229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014697">
                  <a:extLst>
                    <a:ext uri="{9D8B030D-6E8A-4147-A177-3AD203B41FA5}">
                      <a16:colId xmlns:a16="http://schemas.microsoft.com/office/drawing/2014/main" val="1473478522"/>
                    </a:ext>
                  </a:extLst>
                </a:gridCol>
              </a:tblGrid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ActivelyDisinterested</a:t>
                      </a:r>
                      <a:r>
                        <a:rPr lang="en-US" sz="1800" u="none" strike="noStrike" dirty="0">
                          <a:effectLst/>
                        </a:rPr>
                        <a:t>'}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533298500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{'FourPi'    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3418116946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{'BarntToust'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21751501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{'CANthony0125'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202524601"/>
                  </a:ext>
                </a:extLst>
              </a:tr>
              <a:tr h="3404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{'The Mountain of Eden'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747645708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{'HuntersHistory'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513115137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{'P,TO 19104'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4272459469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{'Alalch E.' 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476016513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{'Noble Attempt'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404450235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{'Reading Beans'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859167221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{'Est. 2021' 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3830515221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{'IntrepidContributor'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960150374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{'Me Da </a:t>
                      </a:r>
                      <a:r>
                        <a:rPr lang="en-US" sz="1800" u="none" strike="noStrike" dirty="0" err="1">
                          <a:effectLst/>
                        </a:rPr>
                        <a:t>Wikipedian</a:t>
                      </a:r>
                      <a:r>
                        <a:rPr lang="en-US" sz="1800" u="none" strike="noStrike" dirty="0">
                          <a:effectLst/>
                        </a:rPr>
                        <a:t>'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929867840"/>
                  </a:ext>
                </a:extLst>
              </a:tr>
            </a:tbl>
          </a:graphicData>
        </a:graphic>
      </p:graphicFrame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C301A317-16AD-C0C6-E6BC-6B55F279E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31078"/>
              </p:ext>
            </p:extLst>
          </p:nvPr>
        </p:nvGraphicFramePr>
        <p:xfrm>
          <a:off x="6456601" y="1523551"/>
          <a:ext cx="4014697" cy="450915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014697">
                  <a:extLst>
                    <a:ext uri="{9D8B030D-6E8A-4147-A177-3AD203B41FA5}">
                      <a16:colId xmlns:a16="http://schemas.microsoft.com/office/drawing/2014/main" val="2949834138"/>
                    </a:ext>
                  </a:extLst>
                </a:gridCol>
              </a:tblGrid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{'Animal lover 666'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978855978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{'JoeNMLC'   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746581705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{'M Waleed'  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934711490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{'Strattonsmith'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69316936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Snowstormfigorion</a:t>
                      </a:r>
                      <a:r>
                        <a:rPr lang="en-US" sz="1800" u="none" strike="noStrike" dirty="0">
                          <a:effectLst/>
                        </a:rPr>
                        <a:t>'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306753240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MiasmaEternal</a:t>
                      </a:r>
                      <a:r>
                        <a:rPr lang="en-US" sz="1800" u="none" strike="noStrike" dirty="0">
                          <a:effectLst/>
                        </a:rPr>
                        <a:t>'   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123136502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Wikishovel</a:t>
                      </a:r>
                      <a:r>
                        <a:rPr lang="en-US" sz="1800" u="none" strike="noStrike" dirty="0">
                          <a:effectLst/>
                        </a:rPr>
                        <a:t>'      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421429411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{'ElegantEgotist'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50258227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{'Procyon117'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373993789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{'Kepler-1229b'    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3053136091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{'Reviewer1830'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335464492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    {'Sheila1988'           }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505767348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Aafi</a:t>
                      </a:r>
                      <a:r>
                        <a:rPr lang="en-US" sz="1800" u="none" strike="noStrike" dirty="0">
                          <a:effectLst/>
                        </a:rPr>
                        <a:t>'            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141223208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Whatsupkarren</a:t>
                      </a:r>
                      <a:r>
                        <a:rPr lang="en-US" sz="1800" u="none" strike="noStrike" dirty="0">
                          <a:effectLst/>
                        </a:rPr>
                        <a:t>'   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2211862917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{'Joco179'         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3733743158"/>
                  </a:ext>
                </a:extLst>
              </a:tr>
              <a:tr h="1812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    {'</a:t>
                      </a:r>
                      <a:r>
                        <a:rPr lang="en-US" sz="1800" u="none" strike="noStrike" dirty="0" err="1">
                          <a:effectLst/>
                        </a:rPr>
                        <a:t>AnarchistHistory</a:t>
                      </a:r>
                      <a:r>
                        <a:rPr lang="en-US" sz="1800" u="none" strike="noStrike" dirty="0">
                          <a:effectLst/>
                        </a:rPr>
                        <a:t>'     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02" marR="7502" marT="7502" marB="0" anchor="b"/>
                </a:tc>
                <a:extLst>
                  <a:ext uri="{0D108BD9-81ED-4DB2-BD59-A6C34878D82A}">
                    <a16:rowId xmlns:a16="http://schemas.microsoft.com/office/drawing/2014/main" val="749604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967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0F38-6A1E-B5D2-CCBF-B63591A2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מציין מיקום של תמונה 5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A086FEED-9412-9B86-2418-34B21A21981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20000"/>
          </a:blip>
          <a:srcRect t="16070" b="16070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7C513FF-D045-56E3-80CD-70F01A5E6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5511800" cy="2387600"/>
          </a:xfrm>
        </p:spPr>
        <p:txBody>
          <a:bodyPr/>
          <a:lstStyle/>
          <a:p>
            <a:r>
              <a:rPr lang="en-US" sz="4800" dirty="0">
                <a:latin typeface="+mn-lt"/>
              </a:rPr>
              <a:t>Conclusion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5933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4A06-5B4B-384E-1C4D-F22273F2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92F02F-F521-CCB2-1FE6-C9858AA4A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Further work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B29C30-72C3-8C65-1E66-260703FD9C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</a:t>
            </a:r>
            <a:r>
              <a:rPr 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WikiProject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Palestine there are many votes on controversial pages, sometimes more pronounced and sometimes less.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tried to understand how to classify editors according to their vote (for example oppose/suppose for a certain issue) but it was difficult to understand the essence of the vote. </a:t>
            </a:r>
          </a:p>
          <a:p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Therefore, we will also propose this feature for further research.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E832DDF1-62E2-3FDE-4FD7-7D7A7C11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46</a:t>
            </a:fld>
            <a:endParaRPr lang="en-US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76C5019-B88A-7492-A990-7DC1C7156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541" y="5195501"/>
            <a:ext cx="3638918" cy="166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70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1DE6-0B5A-87B7-3EAE-1FA674EF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46B801-67A9-F91C-3771-8B4F78C9E0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Further work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9F4F4-D03E-A33E-676D-AA22C68CB2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390953"/>
            <a:ext cx="10134371" cy="484928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noticed a phenomenon in some of the pro-Palestinian users who were accepted into the shortlist after pruning.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Users registered many years ago (at least 5 years), made a small amount of edits and "disappeared from the radar" for many more years.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Suddenly, around October 2023, they returned to making a huge amount of edits.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began to think that perhaps these users are biased users, but due to time constraints we will propose this feature for further research. 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0D0C226-7FCF-AD72-97BD-15AC5A16CE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7"/>
          <a:stretch/>
        </p:blipFill>
        <p:spPr>
          <a:xfrm>
            <a:off x="2120900" y="4287680"/>
            <a:ext cx="9091478" cy="2570320"/>
          </a:xfrm>
          <a:prstGeom prst="rect">
            <a:avLst/>
          </a:prstGeom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4CE52078-C542-B426-48C5-121D33DE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1252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0090-FCDB-FC07-5F39-42599E92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2C29E8-011A-5291-EBC2-D3924B531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215" y="140474"/>
            <a:ext cx="10134369" cy="1398620"/>
          </a:xfrm>
        </p:spPr>
        <p:txBody>
          <a:bodyPr/>
          <a:lstStyle/>
          <a:p>
            <a:r>
              <a:rPr lang="en-US" sz="7200" dirty="0">
                <a:latin typeface="+mn-lt"/>
              </a:rPr>
              <a:t>QUESTIONS?</a:t>
            </a: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2C39C5CF-9643-12AB-27FB-4B59C401E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53"/>
          <a:stretch/>
        </p:blipFill>
        <p:spPr>
          <a:xfrm>
            <a:off x="6427960" y="1733528"/>
            <a:ext cx="5764040" cy="48981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86FB7D9-39CC-48E4-ED61-A9C4A2223AC1}"/>
              </a:ext>
            </a:extLst>
          </p:cNvPr>
          <p:cNvSpPr txBox="1"/>
          <p:nvPr/>
        </p:nvSpPr>
        <p:spPr>
          <a:xfrm>
            <a:off x="7683244" y="6596390"/>
            <a:ext cx="32643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70C0"/>
                </a:solidFill>
              </a:rPr>
              <a:t>https://www.boredpanda.com/funny-wikipedia-edits/</a:t>
            </a: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3D59C1BB-9A2A-D22E-3026-B66550EC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5311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B8D7B-0455-8337-2425-36C91245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מציין מיקום של תמונה 5" descr="תמונה שמכילה פזל&#10;&#10;התיאור נוצר באופן אוטומטי">
            <a:extLst>
              <a:ext uri="{FF2B5EF4-FFF2-40B4-BE49-F238E27FC236}">
                <a16:creationId xmlns:a16="http://schemas.microsoft.com/office/drawing/2014/main" id="{24E00A9A-F917-40B6-783B-A2653A3C48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35000"/>
          </a:blip>
          <a:srcRect t="7626" r="-1" b="24407"/>
          <a:stretch/>
        </p:blipFill>
        <p:spPr>
          <a:xfrm>
            <a:off x="1134319" y="10"/>
            <a:ext cx="11057681" cy="6857990"/>
          </a:xfrm>
          <a:noFill/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4487D3F-7DBD-AC40-852A-02F080C01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6"/>
            <a:ext cx="4179375" cy="356462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+mn-lt"/>
                <a:ea typeface="+mj-ea"/>
                <a:cs typeface="+mj-cs"/>
              </a:rPr>
              <a:t>ELI </a:t>
            </a:r>
            <a:r>
              <a:rPr lang="he-IL" sz="2400" dirty="0">
                <a:latin typeface="+mn-lt"/>
                <a:ea typeface="+mj-ea"/>
                <a:cs typeface="+mj-cs"/>
              </a:rPr>
              <a:t>&amp;</a:t>
            </a:r>
            <a:r>
              <a:rPr lang="en-US" sz="2400" dirty="0">
                <a:latin typeface="+mn-lt"/>
                <a:ea typeface="+mj-ea"/>
                <a:cs typeface="+mj-cs"/>
              </a:rPr>
              <a:t> SHAI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942DF7-78EE-B638-125B-332BABAEA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anchor="b">
            <a:normAutofit/>
          </a:bodyPr>
          <a:lstStyle/>
          <a:p>
            <a:r>
              <a:rPr lang="en-US" sz="6000" b="1" dirty="0">
                <a:latin typeface="+mn-lt"/>
              </a:rPr>
              <a:t>THANK</a:t>
            </a:r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6000" b="1" dirty="0">
                <a:latin typeface="+mn-lt"/>
              </a:rPr>
              <a:t>YOU</a:t>
            </a:r>
            <a:r>
              <a:rPr lang="he-IL" sz="6000" b="1" dirty="0">
                <a:latin typeface="+mn-lt"/>
              </a:rPr>
              <a:t>!</a:t>
            </a:r>
            <a:endParaRPr lang="en-US" sz="6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84210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2FC17075-32BA-8B46-A001-EFE3940B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50</a:t>
            </a:fld>
            <a:endParaRPr lang="en-US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3753361A-908D-6491-7F97-3B729E1461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NEO4J DB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תצוגת שקופית 5">
                <a:extLst>
                  <a:ext uri="{FF2B5EF4-FFF2-40B4-BE49-F238E27FC236}">
                    <a16:creationId xmlns:a16="http://schemas.microsoft.com/office/drawing/2014/main" id="{0851D430-B81C-F9E3-D521-B865274BAF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09159930"/>
                  </p:ext>
                </p:extLst>
              </p:nvPr>
            </p:nvGraphicFramePr>
            <p:xfrm>
              <a:off x="164443" y="6437147"/>
              <a:ext cx="748185" cy="420854"/>
            </p:xfrm>
            <a:graphic>
              <a:graphicData uri="http://schemas.microsoft.com/office/powerpoint/2016/slidezoom">
                <pslz:sldZm>
                  <pslz:sldZmObj sldId="435" cId="2416015223">
                    <pslz:zmPr id="{B23C2236-EAC4-4125-9E1B-77AC5A6DD01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48185" cy="4208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תצוגת שקופית 5">
                <a:extLst>
                  <a:ext uri="{FF2B5EF4-FFF2-40B4-BE49-F238E27FC236}">
                    <a16:creationId xmlns:a16="http://schemas.microsoft.com/office/drawing/2014/main" id="{0851D430-B81C-F9E3-D521-B865274BAF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443" y="6437147"/>
                <a:ext cx="748185" cy="4208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8" name="תמונה 7">
            <a:extLst>
              <a:ext uri="{FF2B5EF4-FFF2-40B4-BE49-F238E27FC236}">
                <a16:creationId xmlns:a16="http://schemas.microsoft.com/office/drawing/2014/main" id="{21895A44-C68E-1F89-3228-71C2151BB8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55"/>
          <a:stretch/>
        </p:blipFill>
        <p:spPr>
          <a:xfrm>
            <a:off x="1499730" y="2349796"/>
            <a:ext cx="10387845" cy="450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8406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our Title goes Here" id="{216E2A47-1B33-481B-B469-F891BA0BB112}" vid="{A834A686-415F-444B-99EF-70560C1C6F1B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Modern clean sophisticated presentation</Template>
  <TotalTime>1376</TotalTime>
  <Words>3454</Words>
  <Application>Microsoft Office PowerPoint</Application>
  <PresentationFormat>מסך רחב</PresentationFormat>
  <Paragraphs>497</Paragraphs>
  <Slides>50</Slides>
  <Notes>49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12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50</vt:i4>
      </vt:variant>
    </vt:vector>
  </HeadingPairs>
  <TitlesOfParts>
    <vt:vector size="63" baseType="lpstr">
      <vt:lpstr>Aptos</vt:lpstr>
      <vt:lpstr>Aptos Narrow</vt:lpstr>
      <vt:lpstr>Arial</vt:lpstr>
      <vt:lpstr>Calibri</vt:lpstr>
      <vt:lpstr>Calibri Light</vt:lpstr>
      <vt:lpstr>Cambria Math</vt:lpstr>
      <vt:lpstr>Courier New</vt:lpstr>
      <vt:lpstr>Gisha</vt:lpstr>
      <vt:lpstr>NarkisBlock</vt:lpstr>
      <vt:lpstr>Open Sans</vt:lpstr>
      <vt:lpstr>Sagona ExtraLight</vt:lpstr>
      <vt:lpstr>Speak Pro</vt:lpstr>
      <vt:lpstr>ערכת נושא Office</vt:lpstr>
      <vt:lpstr>Nssl-S2024-WIKIPEDIA-SMART-EDITOR</vt:lpstr>
      <vt:lpstr>Table of content</vt:lpstr>
      <vt:lpstr>Introduction</vt:lpstr>
      <vt:lpstr>introduction</vt:lpstr>
      <vt:lpstr>Architecture</vt:lpstr>
      <vt:lpstr>FEATURES</vt:lpstr>
      <vt:lpstr>Measurements – general population</vt:lpstr>
      <vt:lpstr>OPTIMIZATION</vt:lpstr>
      <vt:lpstr>FINAL PROJECT</vt:lpstr>
      <vt:lpstr>Full architecture</vt:lpstr>
      <vt:lpstr>Features</vt:lpstr>
      <vt:lpstr>CONTRIBUTION TO EC PAGES</vt:lpstr>
      <vt:lpstr>REVERTS WAR</vt:lpstr>
      <vt:lpstr>REVRTS WAR ON EC PAGES</vt:lpstr>
      <vt:lpstr>EC TAG</vt:lpstr>
      <vt:lpstr>MEASUREMENTS</vt:lpstr>
      <vt:lpstr>descriptive analytics</vt:lpstr>
      <vt:lpstr>SCATTER PLOT AND ECDF</vt:lpstr>
      <vt:lpstr>CONTRIBUTIONS TO EC PAGES</vt:lpstr>
      <vt:lpstr>REVERTS WAR</vt:lpstr>
      <vt:lpstr>GENERAL POPULATION</vt:lpstr>
      <vt:lpstr>Recent changes</vt:lpstr>
      <vt:lpstr>USERBOXES</vt:lpstr>
      <vt:lpstr>EXAMPLE USERBOXES</vt:lpstr>
      <vt:lpstr>USERNAME IN ARABIC</vt:lpstr>
      <vt:lpstr>PARTICIPANCE IN WIKI-PROJECT PALESTINE</vt:lpstr>
      <vt:lpstr>GENERAL POPULATION</vt:lpstr>
      <vt:lpstr>GENERAL POPULATION</vt:lpstr>
      <vt:lpstr>CONTRIBUTION TO EC PAGES</vt:lpstr>
      <vt:lpstr>REVERTS WAR</vt:lpstr>
      <vt:lpstr>REVeRTS WAR ON EC PAGES</vt:lpstr>
      <vt:lpstr>EC TAG</vt:lpstr>
      <vt:lpstr>General population – ec tag</vt:lpstr>
      <vt:lpstr>General population – ec tag - NORMALIZED</vt:lpstr>
      <vt:lpstr>OPTIMIZATION</vt:lpstr>
      <vt:lpstr>AMOEBA OPTIMIZATION METHOD </vt:lpstr>
      <vt:lpstr>GRADE calculation</vt:lpstr>
      <vt:lpstr>RUNNINGs FROM DIFFERENT INITIALS </vt:lpstr>
      <vt:lpstr>MAPPING THE SURFACE </vt:lpstr>
      <vt:lpstr>EC PAGES CONTRIBUTIONS &amp; EC TAG  </vt:lpstr>
      <vt:lpstr>RESULTS</vt:lpstr>
      <vt:lpstr>List of pro Palestine users</vt:lpstr>
      <vt:lpstr>USERS WE CLASSIFIED AS PRO PALESTINE</vt:lpstr>
      <vt:lpstr>List of ALL users</vt:lpstr>
      <vt:lpstr>Conclusion</vt:lpstr>
      <vt:lpstr>Further work</vt:lpstr>
      <vt:lpstr>Further work</vt:lpstr>
      <vt:lpstr>QUESTIONS?</vt:lpstr>
      <vt:lpstr>THANK YOU!</vt:lpstr>
      <vt:lpstr>NEO4J 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 Tayar</dc:creator>
  <cp:lastModifiedBy>Shai Tayar</cp:lastModifiedBy>
  <cp:revision>1</cp:revision>
  <dcterms:created xsi:type="dcterms:W3CDTF">2025-01-28T07:19:40Z</dcterms:created>
  <dcterms:modified xsi:type="dcterms:W3CDTF">2025-02-09T16:01:12Z</dcterms:modified>
</cp:coreProperties>
</file>